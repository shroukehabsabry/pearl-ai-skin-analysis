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bin" ContentType="image/unknown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1"/>
  </p:notesMasterIdLst>
  <p:sldIdLst>
    <p:sldId id="320" r:id="rId2"/>
    <p:sldId id="332" r:id="rId3"/>
    <p:sldId id="293" r:id="rId4"/>
    <p:sldId id="386" r:id="rId5"/>
    <p:sldId id="387" r:id="rId6"/>
    <p:sldId id="374" r:id="rId7"/>
    <p:sldId id="295" r:id="rId8"/>
    <p:sldId id="437" r:id="rId9"/>
    <p:sldId id="342" r:id="rId10"/>
    <p:sldId id="418" r:id="rId11"/>
    <p:sldId id="421" r:id="rId12"/>
    <p:sldId id="417" r:id="rId13"/>
    <p:sldId id="375" r:id="rId14"/>
    <p:sldId id="376" r:id="rId15"/>
    <p:sldId id="377" r:id="rId16"/>
    <p:sldId id="378" r:id="rId17"/>
    <p:sldId id="379" r:id="rId18"/>
    <p:sldId id="380" r:id="rId19"/>
    <p:sldId id="381" r:id="rId20"/>
    <p:sldId id="382" r:id="rId21"/>
    <p:sldId id="383" r:id="rId22"/>
    <p:sldId id="384" r:id="rId23"/>
    <p:sldId id="385" r:id="rId24"/>
    <p:sldId id="297" r:id="rId25"/>
    <p:sldId id="363" r:id="rId26"/>
    <p:sldId id="366" r:id="rId27"/>
    <p:sldId id="324" r:id="rId28"/>
    <p:sldId id="323" r:id="rId29"/>
    <p:sldId id="325" r:id="rId30"/>
    <p:sldId id="327" r:id="rId31"/>
    <p:sldId id="329" r:id="rId32"/>
    <p:sldId id="330" r:id="rId33"/>
    <p:sldId id="331" r:id="rId34"/>
    <p:sldId id="319" r:id="rId35"/>
    <p:sldId id="414" r:id="rId36"/>
    <p:sldId id="436" r:id="rId37"/>
    <p:sldId id="439" r:id="rId38"/>
    <p:sldId id="300" r:id="rId39"/>
    <p:sldId id="304" r:id="rId40"/>
    <p:sldId id="423" r:id="rId41"/>
    <p:sldId id="424" r:id="rId42"/>
    <p:sldId id="425" r:id="rId43"/>
    <p:sldId id="426" r:id="rId44"/>
    <p:sldId id="427" r:id="rId45"/>
    <p:sldId id="428" r:id="rId46"/>
    <p:sldId id="430" r:id="rId47"/>
    <p:sldId id="429" r:id="rId48"/>
    <p:sldId id="367" r:id="rId49"/>
    <p:sldId id="305" r:id="rId50"/>
    <p:sldId id="456" r:id="rId51"/>
    <p:sldId id="433" r:id="rId52"/>
    <p:sldId id="308" r:id="rId53"/>
    <p:sldId id="341" r:id="rId54"/>
    <p:sldId id="416" r:id="rId55"/>
    <p:sldId id="452" r:id="rId56"/>
    <p:sldId id="310" r:id="rId57"/>
    <p:sldId id="321" r:id="rId58"/>
    <p:sldId id="389" r:id="rId59"/>
    <p:sldId id="402" r:id="rId60"/>
    <p:sldId id="458" r:id="rId61"/>
    <p:sldId id="459" r:id="rId62"/>
    <p:sldId id="370" r:id="rId63"/>
    <p:sldId id="441" r:id="rId64"/>
    <p:sldId id="461" r:id="rId65"/>
    <p:sldId id="467" r:id="rId66"/>
    <p:sldId id="468" r:id="rId67"/>
    <p:sldId id="466" r:id="rId68"/>
    <p:sldId id="470" r:id="rId69"/>
    <p:sldId id="471" r:id="rId70"/>
    <p:sldId id="472" r:id="rId71"/>
    <p:sldId id="462" r:id="rId72"/>
    <p:sldId id="463" r:id="rId73"/>
    <p:sldId id="464" r:id="rId74"/>
    <p:sldId id="465" r:id="rId75"/>
    <p:sldId id="449" r:id="rId76"/>
    <p:sldId id="369" r:id="rId77"/>
    <p:sldId id="453" r:id="rId78"/>
    <p:sldId id="454" r:id="rId79"/>
    <p:sldId id="469" r:id="rId80"/>
    <p:sldId id="450" r:id="rId81"/>
    <p:sldId id="447" r:id="rId82"/>
    <p:sldId id="444" r:id="rId83"/>
    <p:sldId id="373" r:id="rId84"/>
    <p:sldId id="446" r:id="rId85"/>
    <p:sldId id="333" r:id="rId86"/>
    <p:sldId id="364" r:id="rId87"/>
    <p:sldId id="313" r:id="rId88"/>
    <p:sldId id="315" r:id="rId89"/>
    <p:sldId id="434" r:id="rId9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  <a:srgbClr val="D872D8"/>
    <a:srgbClr val="E5BEF0"/>
    <a:srgbClr val="B5B3DF"/>
    <a:srgbClr val="FAB0E5"/>
    <a:srgbClr val="B40C84"/>
    <a:srgbClr val="7030A0"/>
    <a:srgbClr val="B686DA"/>
    <a:srgbClr val="7E36B4"/>
    <a:srgbClr val="BD92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71" autoAdjust="0"/>
    <p:restoredTop sz="94660"/>
  </p:normalViewPr>
  <p:slideViewPr>
    <p:cSldViewPr snapToGrid="0">
      <p:cViewPr varScale="1">
        <p:scale>
          <a:sx n="92" d="100"/>
          <a:sy n="92" d="100"/>
        </p:scale>
        <p:origin x="41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6A8ED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0ED-4A47-86D8-640583F5624A}"/>
              </c:ext>
            </c:extLst>
          </c:dPt>
          <c:dPt>
            <c:idx val="1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0ED-4A47-86D8-640583F5624A}"/>
              </c:ext>
            </c:extLst>
          </c:dPt>
          <c:dPt>
            <c:idx val="2"/>
            <c:bubble3D val="0"/>
            <c:spPr>
              <a:solidFill>
                <a:srgbClr val="E5BEF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0ED-4A47-86D8-640583F5624A}"/>
              </c:ext>
            </c:extLst>
          </c:dPt>
          <c:dPt>
            <c:idx val="3"/>
            <c:bubble3D val="0"/>
            <c:spPr>
              <a:solidFill>
                <a:srgbClr val="7030A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0ED-4A47-86D8-640583F5624A}"/>
              </c:ext>
            </c:extLst>
          </c:dPt>
          <c:dPt>
            <c:idx val="4"/>
            <c:bubble3D val="0"/>
            <c:spPr>
              <a:solidFill>
                <a:srgbClr val="FC84D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0ED-4A47-86D8-640583F5624A}"/>
              </c:ext>
            </c:extLst>
          </c:dPt>
          <c:dPt>
            <c:idx val="5"/>
            <c:bubble3D val="0"/>
            <c:spPr>
              <a:solidFill>
                <a:schemeClr val="accent1">
                  <a:lumMod val="5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0ED-4A47-86D8-640583F5624A}"/>
              </c:ext>
            </c:extLst>
          </c:dPt>
          <c:dPt>
            <c:idx val="6"/>
            <c:bubble3D val="0"/>
            <c:spPr>
              <a:solidFill>
                <a:srgbClr val="9CC0E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80ED-4A47-86D8-640583F5624A}"/>
              </c:ext>
            </c:extLst>
          </c:dPt>
          <c:dPt>
            <c:idx val="7"/>
            <c:bubble3D val="0"/>
            <c:spPr>
              <a:solidFill>
                <a:schemeClr val="accent3">
                  <a:lumMod val="60000"/>
                  <a:lumOff val="40000"/>
                </a:schemeClr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80ED-4A47-86D8-640583F5624A}"/>
              </c:ext>
            </c:extLst>
          </c:dPt>
          <c:cat>
            <c:strRef>
              <c:f>Sheet1!$A$2:$A$9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85.7</c:v>
                </c:pt>
                <c:pt idx="1">
                  <c:v>14.3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0ED-4A47-86D8-640583F5624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7030A0"/>
            </a:solidFill>
            <a:ln>
              <a:noFill/>
            </a:ln>
          </c:spPr>
          <c:dPt>
            <c:idx val="0"/>
            <c:bubble3D val="0"/>
            <c:spPr>
              <a:solidFill>
                <a:srgbClr val="7030A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CBA-4D18-9410-C5109D73E6DE}"/>
              </c:ext>
            </c:extLst>
          </c:dPt>
          <c:dPt>
            <c:idx val="1"/>
            <c:bubble3D val="0"/>
            <c:spPr>
              <a:solidFill>
                <a:srgbClr val="CFAFE7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CBA-4D18-9410-C5109D73E6DE}"/>
              </c:ext>
            </c:extLst>
          </c:dPt>
          <c:dPt>
            <c:idx val="2"/>
            <c:bubble3D val="0"/>
            <c:spPr>
              <a:solidFill>
                <a:srgbClr val="7030A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CBA-4D18-9410-C5109D73E6DE}"/>
              </c:ext>
            </c:extLst>
          </c:dPt>
          <c:dPt>
            <c:idx val="3"/>
            <c:bubble3D val="0"/>
            <c:spPr>
              <a:solidFill>
                <a:srgbClr val="7030A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CBA-4D18-9410-C5109D73E6DE}"/>
              </c:ext>
            </c:extLst>
          </c:dPt>
          <c:dPt>
            <c:idx val="4"/>
            <c:bubble3D val="0"/>
            <c:spPr>
              <a:solidFill>
                <a:srgbClr val="7030A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CBA-4D18-9410-C5109D73E6DE}"/>
              </c:ext>
            </c:extLst>
          </c:dPt>
          <c:dPt>
            <c:idx val="5"/>
            <c:bubble3D val="0"/>
            <c:spPr>
              <a:solidFill>
                <a:srgbClr val="7030A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4CBA-4D18-9410-C5109D73E6DE}"/>
              </c:ext>
            </c:extLst>
          </c:dPt>
          <c:dPt>
            <c:idx val="6"/>
            <c:bubble3D val="0"/>
            <c:spPr>
              <a:solidFill>
                <a:srgbClr val="7030A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4CBA-4D18-9410-C5109D73E6DE}"/>
              </c:ext>
            </c:extLst>
          </c:dPt>
          <c:dPt>
            <c:idx val="7"/>
            <c:bubble3D val="0"/>
            <c:spPr>
              <a:solidFill>
                <a:srgbClr val="7030A0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4CBA-4D18-9410-C5109D73E6DE}"/>
              </c:ext>
            </c:extLst>
          </c:dPt>
          <c:cat>
            <c:strRef>
              <c:f>Sheet1!$A$2:$A$9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39.799999999999997</c:v>
                </c:pt>
                <c:pt idx="1">
                  <c:v>60.2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4CBA-4D18-9410-C5109D73E6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FAB0E5"/>
            </a:solidFill>
            <a:ln>
              <a:noFill/>
            </a:ln>
          </c:spPr>
          <c:dPt>
            <c:idx val="0"/>
            <c:bubble3D val="0"/>
            <c:spPr>
              <a:solidFill>
                <a:srgbClr val="B40C84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B46-45A1-9685-DCF6A0B9FC25}"/>
              </c:ext>
            </c:extLst>
          </c:dPt>
          <c:dPt>
            <c:idx val="1"/>
            <c:bubble3D val="0"/>
            <c:spPr>
              <a:solidFill>
                <a:srgbClr val="FAB0E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B46-45A1-9685-DCF6A0B9FC25}"/>
              </c:ext>
            </c:extLst>
          </c:dPt>
          <c:dPt>
            <c:idx val="2"/>
            <c:bubble3D val="0"/>
            <c:spPr>
              <a:solidFill>
                <a:srgbClr val="FAB0E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B46-45A1-9685-DCF6A0B9FC25}"/>
              </c:ext>
            </c:extLst>
          </c:dPt>
          <c:dPt>
            <c:idx val="3"/>
            <c:bubble3D val="0"/>
            <c:spPr>
              <a:solidFill>
                <a:srgbClr val="FAB0E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B46-45A1-9685-DCF6A0B9FC25}"/>
              </c:ext>
            </c:extLst>
          </c:dPt>
          <c:dPt>
            <c:idx val="4"/>
            <c:bubble3D val="0"/>
            <c:spPr>
              <a:solidFill>
                <a:srgbClr val="FAB0E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3B46-45A1-9685-DCF6A0B9FC25}"/>
              </c:ext>
            </c:extLst>
          </c:dPt>
          <c:dPt>
            <c:idx val="5"/>
            <c:bubble3D val="0"/>
            <c:spPr>
              <a:solidFill>
                <a:srgbClr val="FAB0E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3B46-45A1-9685-DCF6A0B9FC25}"/>
              </c:ext>
            </c:extLst>
          </c:dPt>
          <c:dPt>
            <c:idx val="6"/>
            <c:bubble3D val="0"/>
            <c:spPr>
              <a:solidFill>
                <a:srgbClr val="FAB0E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3B46-45A1-9685-DCF6A0B9FC25}"/>
              </c:ext>
            </c:extLst>
          </c:dPt>
          <c:dPt>
            <c:idx val="7"/>
            <c:bubble3D val="0"/>
            <c:spPr>
              <a:solidFill>
                <a:srgbClr val="FAB0E5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3B46-45A1-9685-DCF6A0B9FC25}"/>
              </c:ext>
            </c:extLst>
          </c:dPt>
          <c:cat>
            <c:strRef>
              <c:f>Sheet1!$A$2:$A$9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33.200000000000003</c:v>
                </c:pt>
                <c:pt idx="1">
                  <c:v>66.8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3B46-45A1-9685-DCF6A0B9FC2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solidFill>
                <a:schemeClr val="accent1">
                  <a:shade val="50000"/>
                  <a:alpha val="0"/>
                </a:schemeClr>
              </a:solidFill>
            </a:ln>
          </c:spPr>
          <c:dPt>
            <c:idx val="0"/>
            <c:bubble3D val="0"/>
            <c:spPr>
              <a:solidFill>
                <a:srgbClr val="B686DA"/>
              </a:solidFill>
              <a:ln w="19050">
                <a:solidFill>
                  <a:schemeClr val="accent1">
                    <a:shade val="50000"/>
                    <a:alpha val="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2CD-442E-A481-A9FE983BA206}"/>
              </c:ext>
            </c:extLst>
          </c:dPt>
          <c:dPt>
            <c:idx val="1"/>
            <c:bubble3D val="0"/>
            <c:spPr>
              <a:solidFill>
                <a:srgbClr val="7E36B4"/>
              </a:solidFill>
              <a:ln w="19050">
                <a:solidFill>
                  <a:schemeClr val="accent1">
                    <a:shade val="50000"/>
                    <a:alpha val="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2CD-442E-A481-A9FE983BA206}"/>
              </c:ext>
            </c:extLst>
          </c:dPt>
          <c:dPt>
            <c:idx val="2"/>
            <c:bubble3D val="0"/>
            <c:spPr>
              <a:solidFill>
                <a:schemeClr val="bg1">
                  <a:lumMod val="75000"/>
                </a:schemeClr>
              </a:solidFill>
              <a:ln w="19050">
                <a:solidFill>
                  <a:schemeClr val="accent1">
                    <a:shade val="50000"/>
                    <a:alpha val="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2CD-442E-A481-A9FE983BA20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accent1">
                    <a:shade val="50000"/>
                    <a:alpha val="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D2CD-442E-A481-A9FE983BA206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57.9</c:v>
                </c:pt>
                <c:pt idx="1">
                  <c:v>31.5</c:v>
                </c:pt>
                <c:pt idx="2">
                  <c:v>10.6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2CD-442E-A481-A9FE983BA20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7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solidFill>
                <a:schemeClr val="accent1">
                  <a:shade val="50000"/>
                  <a:alpha val="0"/>
                </a:schemeClr>
              </a:solidFill>
            </a:ln>
          </c:spPr>
          <c:dPt>
            <c:idx val="0"/>
            <c:bubble3D val="0"/>
            <c:spPr>
              <a:solidFill>
                <a:schemeClr val="accent5">
                  <a:lumMod val="75000"/>
                  <a:alpha val="58000"/>
                </a:schemeClr>
              </a:solidFill>
              <a:ln w="19050">
                <a:solidFill>
                  <a:schemeClr val="accent1">
                    <a:shade val="50000"/>
                    <a:alpha val="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BF5-485A-BE60-B8ADC226F442}"/>
              </c:ext>
            </c:extLst>
          </c:dPt>
          <c:dPt>
            <c:idx val="1"/>
            <c:bubble3D val="0"/>
            <c:spPr>
              <a:solidFill>
                <a:srgbClr val="7030A0"/>
              </a:solidFill>
              <a:ln w="19050">
                <a:solidFill>
                  <a:schemeClr val="accent1">
                    <a:shade val="50000"/>
                    <a:alpha val="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BF5-485A-BE60-B8ADC226F442}"/>
              </c:ext>
            </c:extLst>
          </c:dPt>
          <c:dPt>
            <c:idx val="2"/>
            <c:bubble3D val="0"/>
            <c:spPr>
              <a:solidFill>
                <a:srgbClr val="D0B0E2"/>
              </a:solidFill>
              <a:ln w="19050">
                <a:solidFill>
                  <a:schemeClr val="accent1">
                    <a:shade val="50000"/>
                    <a:alpha val="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BF5-485A-BE60-B8ADC226F44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accent1">
                    <a:shade val="50000"/>
                    <a:alpha val="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BF5-485A-BE60-B8ADC226F442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11.8</c:v>
                </c:pt>
                <c:pt idx="1">
                  <c:v>67.7</c:v>
                </c:pt>
                <c:pt idx="2">
                  <c:v>20.5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BF5-485A-BE60-B8ADC226F4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0"/>
        <c:holeSize val="67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ln>
              <a:solidFill>
                <a:schemeClr val="accent1">
                  <a:shade val="50000"/>
                  <a:alpha val="0"/>
                </a:schemeClr>
              </a:solidFill>
            </a:ln>
          </c:spPr>
          <c:dPt>
            <c:idx val="0"/>
            <c:bubble3D val="0"/>
            <c:spPr>
              <a:solidFill>
                <a:schemeClr val="accent5">
                  <a:lumMod val="75000"/>
                  <a:alpha val="58000"/>
                </a:schemeClr>
              </a:solidFill>
              <a:ln w="19050">
                <a:solidFill>
                  <a:schemeClr val="accent1">
                    <a:shade val="50000"/>
                    <a:alpha val="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ABF5-485A-BE60-B8ADC226F442}"/>
              </c:ext>
            </c:extLst>
          </c:dPt>
          <c:dPt>
            <c:idx val="1"/>
            <c:bubble3D val="0"/>
            <c:spPr>
              <a:solidFill>
                <a:srgbClr val="7030A0"/>
              </a:solidFill>
              <a:ln w="19050">
                <a:solidFill>
                  <a:schemeClr val="accent1">
                    <a:shade val="50000"/>
                    <a:alpha val="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ABF5-485A-BE60-B8ADC226F442}"/>
              </c:ext>
            </c:extLst>
          </c:dPt>
          <c:dPt>
            <c:idx val="2"/>
            <c:bubble3D val="0"/>
            <c:spPr>
              <a:solidFill>
                <a:srgbClr val="D0B0E2"/>
              </a:solidFill>
              <a:ln w="19050">
                <a:solidFill>
                  <a:schemeClr val="accent1">
                    <a:shade val="50000"/>
                    <a:alpha val="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ABF5-485A-BE60-B8ADC226F442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accent1">
                    <a:shade val="50000"/>
                    <a:alpha val="0"/>
                  </a:schemeClr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ABF5-485A-BE60-B8ADC226F442}"/>
              </c:ext>
            </c:extLst>
          </c:dPt>
          <c:cat>
            <c:strRef>
              <c:f>Sheet1!$A$2:$A$5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9.6999999999999993</c:v>
                </c:pt>
                <c:pt idx="1">
                  <c:v>10.8</c:v>
                </c:pt>
                <c:pt idx="2">
                  <c:v>79.5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BF5-485A-BE60-B8ADC226F4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90"/>
        <c:holeSize val="67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4A6962-BAD2-4970-8791-A9DBCD85CB31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7A1BB-2F72-403F-BE74-8587DAB8E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208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3657098A-C96A-A28F-4755-4A6D40F8A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14D15F5A-E8EF-99FB-3B8E-7CDF610D99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1ED10BB4-3315-D8C7-AD2D-993B3957A9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1017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38AA9E81-5B4E-9E79-38B3-20A70E2AF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8D6AB3AD-4D1C-878F-6D5E-5CC9997FF6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8F81AA8A-F5BC-2697-D756-8B871DE9D8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7308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C6098752-5008-DA71-4203-FEB1BC236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223150D5-DD39-C78B-1A60-D256CD70D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2F953F03-E6C1-6977-6EDB-4C3974681D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11762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C6098752-5008-DA71-4203-FEB1BC236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223150D5-DD39-C78B-1A60-D256CD70D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2F953F03-E6C1-6977-6EDB-4C3974681D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83505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C6098752-5008-DA71-4203-FEB1BC236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223150D5-DD39-C78B-1A60-D256CD70D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2F953F03-E6C1-6977-6EDB-4C3974681D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71278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C6098752-5008-DA71-4203-FEB1BC236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223150D5-DD39-C78B-1A60-D256CD70D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2F953F03-E6C1-6977-6EDB-4C3974681D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73556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483AD5C8-106A-C38E-035D-7F803E023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535033DB-6A90-46FD-9931-CBD042A570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E359D821-4413-AE51-C0C0-70214EF7F7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78006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46981FC4-FDEF-ED8D-C760-66AC63A29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AE5C1756-3376-351F-7127-045EF6D7EC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15D8CB33-38B8-A39C-4693-1F59882CB7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59559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85B5663C-04A5-1C28-2D8E-2586B4DEF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E0C33FAD-BD0B-E4C2-9086-E4C310EC90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4B8D3A52-370F-8C51-3D1E-6F25C709A2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30814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483AD5C8-106A-C38E-035D-7F803E023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535033DB-6A90-46FD-9931-CBD042A570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E359D821-4413-AE51-C0C0-70214EF7F7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7188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C6098752-5008-DA71-4203-FEB1BC236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223150D5-DD39-C78B-1A60-D256CD70D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2F953F03-E6C1-6977-6EDB-4C3974681D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11836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C6098752-5008-DA71-4203-FEB1BC236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223150D5-DD39-C78B-1A60-D256CD70D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2F953F03-E6C1-6977-6EDB-4C3974681D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41370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C6098752-5008-DA71-4203-FEB1BC236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223150D5-DD39-C78B-1A60-D256CD70D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2F953F03-E6C1-6977-6EDB-4C3974681D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21386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C6098752-5008-DA71-4203-FEB1BC236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223150D5-DD39-C78B-1A60-D256CD70D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2F953F03-E6C1-6977-6EDB-4C3974681D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17784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C6098752-5008-DA71-4203-FEB1BC236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223150D5-DD39-C78B-1A60-D256CD70D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2F953F03-E6C1-6977-6EDB-4C3974681D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49735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C6098752-5008-DA71-4203-FEB1BC236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223150D5-DD39-C78B-1A60-D256CD70D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2F953F03-E6C1-6977-6EDB-4C3974681D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319713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C6098752-5008-DA71-4203-FEB1BC236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223150D5-DD39-C78B-1A60-D256CD70D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2F953F03-E6C1-6977-6EDB-4C3974681D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13815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C6098752-5008-DA71-4203-FEB1BC236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223150D5-DD39-C78B-1A60-D256CD70D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2F953F03-E6C1-6977-6EDB-4C3974681D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37624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C6098752-5008-DA71-4203-FEB1BC236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223150D5-DD39-C78B-1A60-D256CD70D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2F953F03-E6C1-6977-6EDB-4C3974681D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269324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C6098752-5008-DA71-4203-FEB1BC236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223150D5-DD39-C78B-1A60-D256CD70D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2F953F03-E6C1-6977-6EDB-4C3974681D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01335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C6098752-5008-DA71-4203-FEB1BC236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223150D5-DD39-C78B-1A60-D256CD70D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2F953F03-E6C1-6977-6EDB-4C3974681D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43601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C6098752-5008-DA71-4203-FEB1BC236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223150D5-DD39-C78B-1A60-D256CD70D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2F953F03-E6C1-6977-6EDB-4C3974681D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21791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C6098752-5008-DA71-4203-FEB1BC236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223150D5-DD39-C78B-1A60-D256CD70D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2F953F03-E6C1-6977-6EDB-4C3974681D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88573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A105CC34-3EC4-763F-A373-AF04B4544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EAF5B23A-822F-AFD2-581B-53BE82B0C1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63E85006-34CA-47D2-3BAE-1D52136DE0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83896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A105CC34-3EC4-763F-A373-AF04B4544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EAF5B23A-822F-AFD2-581B-53BE82B0C1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63E85006-34CA-47D2-3BAE-1D52136DE0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55766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A105CC34-3EC4-763F-A373-AF04B4544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EAF5B23A-822F-AFD2-581B-53BE82B0C1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63E85006-34CA-47D2-3BAE-1D52136DE0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06046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97D47864-BE83-0683-47BF-5DAC40434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B15366E2-69E1-1FF6-8A94-22DF66A932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B53D579A-201F-E6E8-6661-622C3F12BA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33343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0EFCAB9F-6CBA-F0B9-0444-790CD7725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9481A1D5-AA44-6F4B-3E1D-81136A52BD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498ADC50-2F9F-628C-6183-CDF8E376BF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254961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901B8EBF-CEF4-1284-E617-FEF3FA87E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09941120-8B57-1F12-7FA8-48FCC9B209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6B47CDB3-4BF6-5D70-995B-3DB5D69268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128308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6AFD3722-65DA-101C-0897-852B4C0BF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7ED2AD3F-C6A4-C34D-20C8-1351363505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8D545E95-C68E-695E-AACF-2E14DBAB43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586617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2B88F374-D04B-7A85-F061-D8E9AA43D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97F4369C-9938-9416-EBD4-4BEB271961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A663DB51-091B-ECA0-A11F-4F5D92ABFC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178009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88208036-E0AC-C31E-BADA-88891DF7F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F1BE36D0-1DEA-DEA0-AF1A-87816FFDD0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D9678D0B-F1F1-710C-9552-FD6AB9ABF3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09498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20E94C2F-9DF6-5963-9A3A-CE2861A99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DAB192C7-AA99-6B42-28E7-3F4D65E061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F7474131-E32F-E9AA-B3A1-E634CC7418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457401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32883E77-6DF8-6F91-F150-7F3B2A927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8BBE70F5-768A-E65D-DF19-41230D7E69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5A147D6A-AA6F-2935-43CF-D82AF24080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824363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20E94C2F-9DF6-5963-9A3A-CE2861A99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DAB192C7-AA99-6B42-28E7-3F4D65E061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F7474131-E32F-E9AA-B3A1-E634CC7418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565950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20E94C2F-9DF6-5963-9A3A-CE2861A99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DAB192C7-AA99-6B42-28E7-3F4D65E061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F7474131-E32F-E9AA-B3A1-E634CC7418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21493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20E94C2F-9DF6-5963-9A3A-CE2861A99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DAB192C7-AA99-6B42-28E7-3F4D65E061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F7474131-E32F-E9AA-B3A1-E634CC7418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040477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3B7D2832-A309-11E5-96ED-7CF97BE70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B48DD010-63AA-85AB-BD10-728285D80E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665FA14C-E52B-573D-811C-C699E0CCD9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087867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19E152FA-87FF-6FF0-D1BF-4B033B834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921312B9-5398-3D54-3E6B-587520C322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0DF170DB-1CAA-48DB-9C8C-E9B5A5064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Architecture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Diagram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115006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19E152FA-87FF-6FF0-D1BF-4B033B834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921312B9-5398-3D54-3E6B-587520C322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0DF170DB-1CAA-48DB-9C8C-E9B5A5064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Architecture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Diagram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875533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19E152FA-87FF-6FF0-D1BF-4B033B834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921312B9-5398-3D54-3E6B-587520C322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0DF170DB-1CAA-48DB-9C8C-E9B5A5064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Architecture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Diagram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1192914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19E152FA-87FF-6FF0-D1BF-4B033B834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921312B9-5398-3D54-3E6B-587520C322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0DF170DB-1CAA-48DB-9C8C-E9B5A5064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Architecture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Diagram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4194101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19E152FA-87FF-6FF0-D1BF-4B033B834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921312B9-5398-3D54-3E6B-587520C322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0DF170DB-1CAA-48DB-9C8C-E9B5A5064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Architecture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Diagram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7326233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19E152FA-87FF-6FF0-D1BF-4B033B834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921312B9-5398-3D54-3E6B-587520C322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0DF170DB-1CAA-48DB-9C8C-E9B5A5064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Architecture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Diagram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249453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19E152FA-87FF-6FF0-D1BF-4B033B834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921312B9-5398-3D54-3E6B-587520C322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0DF170DB-1CAA-48DB-9C8C-E9B5A5064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Architecture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Diagram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4279827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19E152FA-87FF-6FF0-D1BF-4B033B834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921312B9-5398-3D54-3E6B-587520C322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0DF170DB-1CAA-48DB-9C8C-E9B5A5064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Architecture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Diagram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9002335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19E152FA-87FF-6FF0-D1BF-4B033B834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921312B9-5398-3D54-3E6B-587520C322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0DF170DB-1CAA-48DB-9C8C-E9B5A5064F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Architecture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Diagram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044597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D771034A-24E8-316D-C90E-C4BB8879E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16ABF3E5-465D-DFC6-5FBA-93CD7CE1BC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DFDD9505-2467-DF56-05E5-5B6CA7AAAC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424372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59821B8C-2B76-EC55-1AAE-05A2020FB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8ECC5CB8-579E-FE13-33BC-1853D9BDD2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E07A6E0E-4A41-6A02-3038-7A52E2263B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0183868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D771034A-24E8-316D-C90E-C4BB8879E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16ABF3E5-465D-DFC6-5FBA-93CD7CE1BC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DFDD9505-2467-DF56-05E5-5B6CA7AAAC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231895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F4061937-8EDB-3F29-9086-FEB199379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F9BE5571-A125-8DDA-80E8-E8AE3BE705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6B2FA190-F1E5-CC7B-671E-1A36C34573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8167614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F4061937-8EDB-3F29-9086-FEB199379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F9BE5571-A125-8DDA-80E8-E8AE3BE705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6B2FA190-F1E5-CC7B-671E-1A36C34573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840962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46981FC4-FDEF-ED8D-C760-66AC63A29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AE5C1756-3376-351F-7127-045EF6D7EC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15D8CB33-38B8-A39C-4693-1F59882CB7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793797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3F26D780-0AED-73A7-CE7A-BB0224267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1DD96004-B7D3-48FC-6C3A-BD5679A87E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1AF3AB7E-2FA5-ACEC-01F2-387763F7D0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294196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3F26D780-0AED-73A7-CE7A-BB0224267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1DD96004-B7D3-48FC-6C3A-BD5679A87E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1AF3AB7E-2FA5-ACEC-01F2-387763F7D0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08220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40219011-DDF1-07E4-7D7D-74E283EE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4ED982D4-B1CB-368A-C94A-C40999CF5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EC169F94-DF98-791F-EF1C-1809991F1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9380066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F2C242E4-9AC7-1D17-C241-C923969A9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8E39D6D2-2F38-5BDD-1B21-FCB1D74C0A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070DD151-66A6-EFBD-F89E-38453E36CF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794068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F2C242E4-9AC7-1D17-C241-C923969A9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8E39D6D2-2F38-5BDD-1B21-FCB1D74C0A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070DD151-66A6-EFBD-F89E-38453E36CF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0930702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F2C242E4-9AC7-1D17-C241-C923969A9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8E39D6D2-2F38-5BDD-1B21-FCB1D74C0A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070DD151-66A6-EFBD-F89E-38453E36CF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12240155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F2C242E4-9AC7-1D17-C241-C923969A9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8E39D6D2-2F38-5BDD-1B21-FCB1D74C0A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070DD151-66A6-EFBD-F89E-38453E36CF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136111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F2C242E4-9AC7-1D17-C241-C923969A9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8E39D6D2-2F38-5BDD-1B21-FCB1D74C0A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070DD151-66A6-EFBD-F89E-38453E36CF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9683998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40219011-DDF1-07E4-7D7D-74E283EE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4ED982D4-B1CB-368A-C94A-C40999CF5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EC169F94-DF98-791F-EF1C-1809991F1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74431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40219011-DDF1-07E4-7D7D-74E283EE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4ED982D4-B1CB-368A-C94A-C40999CF5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EC169F94-DF98-791F-EF1C-1809991F1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3639344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40219011-DDF1-07E4-7D7D-74E283EE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4ED982D4-B1CB-368A-C94A-C40999CF5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EC169F94-DF98-791F-EF1C-1809991F1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355773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40219011-DDF1-07E4-7D7D-74E283EE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4ED982D4-B1CB-368A-C94A-C40999CF5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EC169F94-DF98-791F-EF1C-1809991F1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72399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40219011-DDF1-07E4-7D7D-74E283EE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4ED982D4-B1CB-368A-C94A-C40999CF5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EC169F94-DF98-791F-EF1C-1809991F1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6214657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40219011-DDF1-07E4-7D7D-74E283EE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4ED982D4-B1CB-368A-C94A-C40999CF5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EC169F94-DF98-791F-EF1C-1809991F1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0292649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40219011-DDF1-07E4-7D7D-74E283EE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4ED982D4-B1CB-368A-C94A-C40999CF5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EC169F94-DF98-791F-EF1C-1809991F1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906616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40219011-DDF1-07E4-7D7D-74E283EE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4ED982D4-B1CB-368A-C94A-C40999CF5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EC169F94-DF98-791F-EF1C-1809991F1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5962893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40219011-DDF1-07E4-7D7D-74E283EE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4ED982D4-B1CB-368A-C94A-C40999CF5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EC169F94-DF98-791F-EF1C-1809991F1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4199152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40219011-DDF1-07E4-7D7D-74E283EE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4ED982D4-B1CB-368A-C94A-C40999CF5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EC169F94-DF98-791F-EF1C-1809991F1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5647407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40219011-DDF1-07E4-7D7D-74E283EE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4ED982D4-B1CB-368A-C94A-C40999CF5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EC169F94-DF98-791F-EF1C-1809991F1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2248144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40219011-DDF1-07E4-7D7D-74E283EE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4ED982D4-B1CB-368A-C94A-C40999CF5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EC169F94-DF98-791F-EF1C-1809991F1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5080144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40219011-DDF1-07E4-7D7D-74E283EE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4ED982D4-B1CB-368A-C94A-C40999CF5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EC169F94-DF98-791F-EF1C-1809991F1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1712017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ABBB6B06-CF37-885A-D796-D97BFE344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3477DF6F-0112-C609-AB0F-0EFA6FE1EE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B55B345C-B3B4-78D0-E688-E543A0105C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9593108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40219011-DDF1-07E4-7D7D-74E283EE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4ED982D4-B1CB-368A-C94A-C40999CF5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EC169F94-DF98-791F-EF1C-1809991F1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69073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40219011-DDF1-07E4-7D7D-74E283EE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4ED982D4-B1CB-368A-C94A-C40999CF5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EC169F94-DF98-791F-EF1C-1809991F1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866543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40219011-DDF1-07E4-7D7D-74E283EE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4ED982D4-B1CB-368A-C94A-C40999CF5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EC169F94-DF98-791F-EF1C-1809991F1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1753057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40219011-DDF1-07E4-7D7D-74E283EE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4ED982D4-B1CB-368A-C94A-C40999CF5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EC169F94-DF98-791F-EF1C-1809991F1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4297904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ABBB6B06-CF37-885A-D796-D97BFE344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3477DF6F-0112-C609-AB0F-0EFA6FE1EE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B55B345C-B3B4-78D0-E688-E543A0105C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35292702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40219011-DDF1-07E4-7D7D-74E283EE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4ED982D4-B1CB-368A-C94A-C40999CF5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EC169F94-DF98-791F-EF1C-1809991F1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633985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40219011-DDF1-07E4-7D7D-74E283EE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4ED982D4-B1CB-368A-C94A-C40999CF5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EC169F94-DF98-791F-EF1C-1809991F1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4771916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40219011-DDF1-07E4-7D7D-74E283EE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4ED982D4-B1CB-368A-C94A-C40999CF5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EC169F94-DF98-791F-EF1C-1809991F1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9468392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40219011-DDF1-07E4-7D7D-74E283EE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4ED982D4-B1CB-368A-C94A-C40999CF5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EC169F94-DF98-791F-EF1C-1809991F1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9509777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34267631-B4D5-3636-0CD0-06B31E57D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7D3B2C49-AF5F-70FE-8F6E-98BF3C729C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C71A6FDA-30A5-1067-5621-A351166D27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7234386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40219011-DDF1-07E4-7D7D-74E283EE1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4ED982D4-B1CB-368A-C94A-C40999CF5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EC169F94-DF98-791F-EF1C-1809991F1B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043737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0E37893F-3B4D-2091-D9A1-6733D994E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29BB1D20-48EC-E02A-EA02-247064A689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834543A2-479F-063D-7300-CF3CF30252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4114422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0A460DDD-9AC4-6A08-BBC6-DC9F1E6D9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131A9C0A-CDB1-7D7D-25AF-0D1A93F191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D9A3FABD-F8C6-D381-9999-BF8CB870DE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553156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>
          <a:extLst>
            <a:ext uri="{FF2B5EF4-FFF2-40B4-BE49-F238E27FC236}">
              <a16:creationId xmlns:a16="http://schemas.microsoft.com/office/drawing/2014/main" id="{0A460DDD-9AC4-6A08-BBC6-DC9F1E6D9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10185b70327_0_0:notes">
            <a:extLst>
              <a:ext uri="{FF2B5EF4-FFF2-40B4-BE49-F238E27FC236}">
                <a16:creationId xmlns:a16="http://schemas.microsoft.com/office/drawing/2014/main" id="{131A9C0A-CDB1-7D7D-25AF-0D1A93F191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10185b70327_0_0:notes">
            <a:extLst>
              <a:ext uri="{FF2B5EF4-FFF2-40B4-BE49-F238E27FC236}">
                <a16:creationId xmlns:a16="http://schemas.microsoft.com/office/drawing/2014/main" id="{D9A3FABD-F8C6-D381-9999-BF8CB870DE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7181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10681-DD9A-4250-AB39-DC3BC387F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FB289B-DB95-4824-857A-8F01073C27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DE700-E3B3-47B4-A2BD-D39953005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8D21-6A04-413D-AE1F-58B50BDFF67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099AB0-B93A-4306-9D5D-D20D17723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263C58-5E51-4C59-87CE-2C9A6A0B4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103A-7F7A-40DA-9C43-CE6ED8918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0792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6121F-B897-462B-8674-2DCC40D3D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956B7-C53D-4EDC-A11E-B05B9A59C6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67E04D-5A3E-4896-96CA-3755A6470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8D21-6A04-413D-AE1F-58B50BDFF67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620CEB-9024-40D0-8407-A1EDA2473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31320-725A-4DBD-B84E-C4229994A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103A-7F7A-40DA-9C43-CE6ED8918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1182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D39DC-8A70-4AA5-91B8-8B88DCB4F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E14FDF-96C2-46B1-BDC2-2B93FF9BF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51F83-91E0-4184-A3EC-DAC2057CA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8D21-6A04-413D-AE1F-58B50BDFF67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B78EB-DA56-4A5E-8D5E-36EA5AA42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A45395-67C2-498A-8246-DDFD26292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103A-7F7A-40DA-9C43-CE6ED8918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155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26030-5ED9-4D5D-88E7-A93BDE2D0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CB23B0-D806-4389-9403-1E06EF9AF6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F77A07-CFCB-4388-82D1-B7CB74140C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38FB89-5016-41E3-A52B-D314D0CD2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8D21-6A04-413D-AE1F-58B50BDFF67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745CCB-D708-4F68-B218-F3B190409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61A8BD-F5AA-4344-A4D5-D6B028EDE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103A-7F7A-40DA-9C43-CE6ED8918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086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111BF-8606-4B58-8505-5557159EA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B0D017-A647-4178-A49B-766C2189C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641499-DBCB-4C33-B180-2C78C4868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C0E1AF-258C-4E25-B8DE-724CAD9D6B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2B14AD-4CC2-4AA6-BC4D-393EDD417F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B24322-8D24-4EA6-99D3-289BEA408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8D21-6A04-413D-AE1F-58B50BDFF67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1D17D5-C46E-4F1B-9C88-911610456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94B50E-8FB3-4A1F-A779-138EC310D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103A-7F7A-40DA-9C43-CE6ED8918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715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95729-A572-4F76-8098-D42A87BF2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F8219-62E1-4FE2-856E-7251B1062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8D21-6A04-413D-AE1F-58B50BDFF67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C9EF87-9B64-49D2-9904-6034F878A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F5DECF-109D-41FF-AC2E-B21C87F2D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103A-7F7A-40DA-9C43-CE6ED8918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7278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C322B7-5077-4581-A2C5-2389817E1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8D21-6A04-413D-AE1F-58B50BDFF67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84590F-7024-4EFE-B6FF-0C487A0D4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05D98-23C2-4FA2-98E9-7A998586E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103A-7F7A-40DA-9C43-CE6ED8918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4771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01A42-6959-45DF-BF8F-DE151CFB0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462D1-D72D-4774-87A7-9DB74C0BB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E09232-324F-4960-8D4A-29875106E7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F23E8-758E-4F2E-AA6B-60618EC94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8D21-6A04-413D-AE1F-58B50BDFF67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7CDAE5-635F-40AB-A9DE-7580D1C7D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DE43B-97B2-46F8-ADD7-E41BA8F58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103A-7F7A-40DA-9C43-CE6ED8918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93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D06EFE-32E2-463B-B66B-0BF767B6E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147355D-B0AE-4B0D-A8CB-9D4BE58D37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8EEE1C-A1E3-4DBC-A5C8-53FFA209AC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097FD8-6F01-46D9-8DA8-24867E2B2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8D21-6A04-413D-AE1F-58B50BDFF67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707047-2369-439A-A162-BB0D73F45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4EF01-51BC-458F-9512-BBE5727FB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103A-7F7A-40DA-9C43-CE6ED8918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136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57401-9274-4E77-9C7E-A93F4FB93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4BFC51-29BA-47B8-99A4-81ED691606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C9DEF-39F3-4B5F-9F9C-38798EE15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8D21-6A04-413D-AE1F-58B50BDFF67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695B52-330D-4287-AC36-BFC981346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46BD2-2D9B-4521-86C6-F15A4B16C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103A-7F7A-40DA-9C43-CE6ED8918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288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29AC02-9850-40A4-BD75-D584C9027C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B6C5F5-CD36-4F8F-A97C-745918A6D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75127-B039-4F37-BF36-DAB1D2467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88D21-6A04-413D-AE1F-58B50BDFF67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B1635A-3E63-45D5-ADFB-1783BDA72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4FAB27-93A6-400D-9764-BCDD757C3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3103A-7F7A-40DA-9C43-CE6ED8918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187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152CCC-7AF8-454F-B0A5-184CECAD8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53AFC6-EE09-4EBC-B4AD-0BAC742115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1166A-6374-4AE5-8F7A-10E2AFFDC9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B88D21-6A04-413D-AE1F-58B50BDFF67D}" type="datetimeFigureOut">
              <a:rPr lang="en-US" smtClean="0"/>
              <a:t>7/1/2024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52640-2388-469B-87BA-FF7E918F82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2EABD-951E-4C97-99EF-2E6AA06455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13103A-7F7A-40DA-9C43-CE6ED89187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8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18" Type="http://schemas.openxmlformats.org/officeDocument/2006/relationships/image" Target="../media/image19.png"/><Relationship Id="rId3" Type="http://schemas.openxmlformats.org/officeDocument/2006/relationships/image" Target="../media/image1.pn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19" Type="http://schemas.openxmlformats.org/officeDocument/2006/relationships/image" Target="../media/image20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aad.org/media/stats-numbers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4.png"/><Relationship Id="rId7" Type="http://schemas.openxmlformats.org/officeDocument/2006/relationships/image" Target="../media/image25.png"/><Relationship Id="rId12" Type="http://schemas.openxmlformats.org/officeDocument/2006/relationships/image" Target="../media/image30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sv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microsoft.com/office/2007/relationships/hdphoto" Target="../media/hdphoto2.wdp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1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1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9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5.png"/><Relationship Id="rId9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2.png"/><Relationship Id="rId4" Type="http://schemas.openxmlformats.org/officeDocument/2006/relationships/image" Target="../media/image45.png"/><Relationship Id="rId9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1.png"/><Relationship Id="rId7" Type="http://schemas.openxmlformats.org/officeDocument/2006/relationships/image" Target="../media/image4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svg"/><Relationship Id="rId4" Type="http://schemas.openxmlformats.org/officeDocument/2006/relationships/image" Target="../media/image5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svg"/><Relationship Id="rId3" Type="http://schemas.openxmlformats.org/officeDocument/2006/relationships/image" Target="../media/image4.png"/><Relationship Id="rId7" Type="http://schemas.openxmlformats.org/officeDocument/2006/relationships/image" Target="../media/image55.sv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60.svg"/><Relationship Id="rId5" Type="http://schemas.openxmlformats.org/officeDocument/2006/relationships/image" Target="../media/image56.png"/><Relationship Id="rId15" Type="http://schemas.openxmlformats.org/officeDocument/2006/relationships/image" Target="../media/image64.svg"/><Relationship Id="rId10" Type="http://schemas.openxmlformats.org/officeDocument/2006/relationships/image" Target="../media/image59.png"/><Relationship Id="rId4" Type="http://schemas.microsoft.com/office/2007/relationships/hdphoto" Target="../media/hdphoto2.wdp"/><Relationship Id="rId9" Type="http://schemas.openxmlformats.org/officeDocument/2006/relationships/image" Target="../media/image58.svg"/><Relationship Id="rId14" Type="http://schemas.openxmlformats.org/officeDocument/2006/relationships/image" Target="../media/image6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svg"/><Relationship Id="rId13" Type="http://schemas.openxmlformats.org/officeDocument/2006/relationships/image" Target="../media/image73.png"/><Relationship Id="rId3" Type="http://schemas.openxmlformats.org/officeDocument/2006/relationships/image" Target="../media/image4.png"/><Relationship Id="rId7" Type="http://schemas.openxmlformats.org/officeDocument/2006/relationships/image" Target="../media/image67.png"/><Relationship Id="rId12" Type="http://schemas.openxmlformats.org/officeDocument/2006/relationships/image" Target="../media/image72.svg"/><Relationship Id="rId17" Type="http://schemas.openxmlformats.org/officeDocument/2006/relationships/image" Target="../media/image56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7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sv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5" Type="http://schemas.openxmlformats.org/officeDocument/2006/relationships/image" Target="../media/image75.png"/><Relationship Id="rId10" Type="http://schemas.openxmlformats.org/officeDocument/2006/relationships/image" Target="../media/image70.svg"/><Relationship Id="rId4" Type="http://schemas.microsoft.com/office/2007/relationships/hdphoto" Target="../media/hdphoto2.wdp"/><Relationship Id="rId9" Type="http://schemas.openxmlformats.org/officeDocument/2006/relationships/image" Target="../media/image69.png"/><Relationship Id="rId14" Type="http://schemas.openxmlformats.org/officeDocument/2006/relationships/image" Target="../media/image74.sv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81.png"/><Relationship Id="rId18" Type="http://schemas.openxmlformats.org/officeDocument/2006/relationships/image" Target="../media/image84.svg"/><Relationship Id="rId3" Type="http://schemas.openxmlformats.org/officeDocument/2006/relationships/image" Target="../media/image4.png"/><Relationship Id="rId21" Type="http://schemas.openxmlformats.org/officeDocument/2006/relationships/image" Target="../media/image85.png"/><Relationship Id="rId7" Type="http://schemas.openxmlformats.org/officeDocument/2006/relationships/image" Target="../media/image7.png"/><Relationship Id="rId12" Type="http://schemas.openxmlformats.org/officeDocument/2006/relationships/image" Target="../media/image10.svg"/><Relationship Id="rId17" Type="http://schemas.openxmlformats.org/officeDocument/2006/relationships/image" Target="../media/image83.png"/><Relationship Id="rId2" Type="http://schemas.openxmlformats.org/officeDocument/2006/relationships/notesSlide" Target="../notesSlides/notesSlide28.xml"/><Relationship Id="rId16" Type="http://schemas.openxmlformats.org/officeDocument/2006/relationships/image" Target="../media/image12.svg"/><Relationship Id="rId20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svg"/><Relationship Id="rId11" Type="http://schemas.openxmlformats.org/officeDocument/2006/relationships/image" Target="../media/image9.png"/><Relationship Id="rId24" Type="http://schemas.openxmlformats.org/officeDocument/2006/relationships/image" Target="../media/image88.svg"/><Relationship Id="rId5" Type="http://schemas.openxmlformats.org/officeDocument/2006/relationships/image" Target="../media/image77.png"/><Relationship Id="rId15" Type="http://schemas.openxmlformats.org/officeDocument/2006/relationships/image" Target="../media/image11.png"/><Relationship Id="rId23" Type="http://schemas.openxmlformats.org/officeDocument/2006/relationships/image" Target="../media/image87.png"/><Relationship Id="rId10" Type="http://schemas.openxmlformats.org/officeDocument/2006/relationships/image" Target="../media/image80.svg"/><Relationship Id="rId19" Type="http://schemas.openxmlformats.org/officeDocument/2006/relationships/image" Target="../media/image13.png"/><Relationship Id="rId4" Type="http://schemas.microsoft.com/office/2007/relationships/hdphoto" Target="../media/hdphoto2.wdp"/><Relationship Id="rId9" Type="http://schemas.openxmlformats.org/officeDocument/2006/relationships/image" Target="../media/image79.png"/><Relationship Id="rId14" Type="http://schemas.openxmlformats.org/officeDocument/2006/relationships/image" Target="../media/image82.svg"/><Relationship Id="rId22" Type="http://schemas.openxmlformats.org/officeDocument/2006/relationships/image" Target="../media/image86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svg"/><Relationship Id="rId13" Type="http://schemas.openxmlformats.org/officeDocument/2006/relationships/image" Target="../media/image95.png"/><Relationship Id="rId18" Type="http://schemas.openxmlformats.org/officeDocument/2006/relationships/image" Target="../media/image100.svg"/><Relationship Id="rId3" Type="http://schemas.openxmlformats.org/officeDocument/2006/relationships/image" Target="../media/image4.png"/><Relationship Id="rId7" Type="http://schemas.openxmlformats.org/officeDocument/2006/relationships/image" Target="../media/image89.png"/><Relationship Id="rId12" Type="http://schemas.openxmlformats.org/officeDocument/2006/relationships/image" Target="../media/image94.svg"/><Relationship Id="rId17" Type="http://schemas.openxmlformats.org/officeDocument/2006/relationships/image" Target="../media/image99.png"/><Relationship Id="rId2" Type="http://schemas.openxmlformats.org/officeDocument/2006/relationships/notesSlide" Target="../notesSlides/notesSlide29.xml"/><Relationship Id="rId16" Type="http://schemas.openxmlformats.org/officeDocument/2006/relationships/image" Target="../media/image9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sv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5" Type="http://schemas.openxmlformats.org/officeDocument/2006/relationships/image" Target="../media/image97.png"/><Relationship Id="rId10" Type="http://schemas.openxmlformats.org/officeDocument/2006/relationships/image" Target="../media/image92.svg"/><Relationship Id="rId4" Type="http://schemas.microsoft.com/office/2007/relationships/hdphoto" Target="../media/hdphoto2.wdp"/><Relationship Id="rId9" Type="http://schemas.openxmlformats.org/officeDocument/2006/relationships/image" Target="../media/image91.png"/><Relationship Id="rId14" Type="http://schemas.openxmlformats.org/officeDocument/2006/relationships/image" Target="../media/image96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svg"/><Relationship Id="rId13" Type="http://schemas.openxmlformats.org/officeDocument/2006/relationships/image" Target="../media/image95.png"/><Relationship Id="rId18" Type="http://schemas.openxmlformats.org/officeDocument/2006/relationships/image" Target="../media/image100.svg"/><Relationship Id="rId3" Type="http://schemas.openxmlformats.org/officeDocument/2006/relationships/image" Target="../media/image4.png"/><Relationship Id="rId7" Type="http://schemas.openxmlformats.org/officeDocument/2006/relationships/image" Target="../media/image89.png"/><Relationship Id="rId12" Type="http://schemas.openxmlformats.org/officeDocument/2006/relationships/image" Target="../media/image94.svg"/><Relationship Id="rId17" Type="http://schemas.openxmlformats.org/officeDocument/2006/relationships/image" Target="../media/image99.png"/><Relationship Id="rId2" Type="http://schemas.openxmlformats.org/officeDocument/2006/relationships/notesSlide" Target="../notesSlides/notesSlide30.xml"/><Relationship Id="rId16" Type="http://schemas.openxmlformats.org/officeDocument/2006/relationships/image" Target="../media/image98.svg"/><Relationship Id="rId20" Type="http://schemas.openxmlformats.org/officeDocument/2006/relationships/image" Target="../media/image10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sv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5" Type="http://schemas.openxmlformats.org/officeDocument/2006/relationships/image" Target="../media/image97.png"/><Relationship Id="rId10" Type="http://schemas.openxmlformats.org/officeDocument/2006/relationships/image" Target="../media/image92.svg"/><Relationship Id="rId19" Type="http://schemas.openxmlformats.org/officeDocument/2006/relationships/image" Target="../media/image101.png"/><Relationship Id="rId4" Type="http://schemas.microsoft.com/office/2007/relationships/hdphoto" Target="../media/hdphoto2.wdp"/><Relationship Id="rId9" Type="http://schemas.openxmlformats.org/officeDocument/2006/relationships/image" Target="../media/image91.png"/><Relationship Id="rId14" Type="http://schemas.openxmlformats.org/officeDocument/2006/relationships/image" Target="../media/image96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svg"/><Relationship Id="rId13" Type="http://schemas.openxmlformats.org/officeDocument/2006/relationships/image" Target="../media/image97.png"/><Relationship Id="rId18" Type="http://schemas.openxmlformats.org/officeDocument/2006/relationships/image" Target="../media/image102.svg"/><Relationship Id="rId3" Type="http://schemas.openxmlformats.org/officeDocument/2006/relationships/image" Target="../media/image4.png"/><Relationship Id="rId7" Type="http://schemas.openxmlformats.org/officeDocument/2006/relationships/image" Target="../media/image91.png"/><Relationship Id="rId12" Type="http://schemas.openxmlformats.org/officeDocument/2006/relationships/image" Target="../media/image96.svg"/><Relationship Id="rId17" Type="http://schemas.openxmlformats.org/officeDocument/2006/relationships/image" Target="../media/image101.png"/><Relationship Id="rId2" Type="http://schemas.openxmlformats.org/officeDocument/2006/relationships/notesSlide" Target="../notesSlides/notesSlide31.xml"/><Relationship Id="rId16" Type="http://schemas.openxmlformats.org/officeDocument/2006/relationships/image" Target="../media/image100.svg"/><Relationship Id="rId20" Type="http://schemas.openxmlformats.org/officeDocument/2006/relationships/image" Target="../media/image10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sv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5" Type="http://schemas.openxmlformats.org/officeDocument/2006/relationships/image" Target="../media/image99.png"/><Relationship Id="rId10" Type="http://schemas.openxmlformats.org/officeDocument/2006/relationships/image" Target="../media/image94.svg"/><Relationship Id="rId19" Type="http://schemas.openxmlformats.org/officeDocument/2006/relationships/image" Target="../media/image103.png"/><Relationship Id="rId4" Type="http://schemas.microsoft.com/office/2007/relationships/hdphoto" Target="../media/hdphoto2.wdp"/><Relationship Id="rId9" Type="http://schemas.openxmlformats.org/officeDocument/2006/relationships/image" Target="../media/image93.png"/><Relationship Id="rId14" Type="http://schemas.openxmlformats.org/officeDocument/2006/relationships/image" Target="../media/image98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svg"/><Relationship Id="rId3" Type="http://schemas.openxmlformats.org/officeDocument/2006/relationships/image" Target="../media/image4.png"/><Relationship Id="rId7" Type="http://schemas.openxmlformats.org/officeDocument/2006/relationships/image" Target="../media/image105.png"/><Relationship Id="rId12" Type="http://schemas.openxmlformats.org/officeDocument/2006/relationships/image" Target="../media/image102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.svg"/><Relationship Id="rId11" Type="http://schemas.openxmlformats.org/officeDocument/2006/relationships/image" Target="../media/image101.png"/><Relationship Id="rId5" Type="http://schemas.openxmlformats.org/officeDocument/2006/relationships/image" Target="../media/image103.png"/><Relationship Id="rId10" Type="http://schemas.openxmlformats.org/officeDocument/2006/relationships/image" Target="../media/image108.svg"/><Relationship Id="rId4" Type="http://schemas.microsoft.com/office/2007/relationships/hdphoto" Target="../media/hdphoto2.wdp"/><Relationship Id="rId9" Type="http://schemas.openxmlformats.org/officeDocument/2006/relationships/image" Target="../media/image10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svg"/><Relationship Id="rId3" Type="http://schemas.openxmlformats.org/officeDocument/2006/relationships/image" Target="../media/image4.png"/><Relationship Id="rId7" Type="http://schemas.openxmlformats.org/officeDocument/2006/relationships/image" Target="../media/image10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6.svg"/><Relationship Id="rId11" Type="http://schemas.openxmlformats.org/officeDocument/2006/relationships/image" Target="../media/image109.png"/><Relationship Id="rId5" Type="http://schemas.openxmlformats.org/officeDocument/2006/relationships/image" Target="../media/image105.png"/><Relationship Id="rId10" Type="http://schemas.openxmlformats.org/officeDocument/2006/relationships/image" Target="../media/image104.svg"/><Relationship Id="rId4" Type="http://schemas.microsoft.com/office/2007/relationships/hdphoto" Target="../media/hdphoto2.wdp"/><Relationship Id="rId9" Type="http://schemas.openxmlformats.org/officeDocument/2006/relationships/image" Target="../media/image10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9.png"/><Relationship Id="rId4" Type="http://schemas.microsoft.com/office/2007/relationships/hdphoto" Target="../media/hdphoto2.wdp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svg"/><Relationship Id="rId13" Type="http://schemas.openxmlformats.org/officeDocument/2006/relationships/image" Target="../media/image118.png"/><Relationship Id="rId3" Type="http://schemas.openxmlformats.org/officeDocument/2006/relationships/image" Target="../media/image4.pn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svg"/><Relationship Id="rId11" Type="http://schemas.openxmlformats.org/officeDocument/2006/relationships/image" Target="../media/image116.png"/><Relationship Id="rId5" Type="http://schemas.openxmlformats.org/officeDocument/2006/relationships/image" Target="../media/image110.png"/><Relationship Id="rId10" Type="http://schemas.openxmlformats.org/officeDocument/2006/relationships/image" Target="../media/image115.bin"/><Relationship Id="rId4" Type="http://schemas.microsoft.com/office/2007/relationships/hdphoto" Target="../media/hdphoto2.wdp"/><Relationship Id="rId9" Type="http://schemas.openxmlformats.org/officeDocument/2006/relationships/image" Target="../media/image11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svg"/><Relationship Id="rId13" Type="http://schemas.openxmlformats.org/officeDocument/2006/relationships/image" Target="../media/image118.png"/><Relationship Id="rId3" Type="http://schemas.openxmlformats.org/officeDocument/2006/relationships/image" Target="../media/image4.pn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1.svg"/><Relationship Id="rId11" Type="http://schemas.openxmlformats.org/officeDocument/2006/relationships/image" Target="../media/image116.png"/><Relationship Id="rId5" Type="http://schemas.openxmlformats.org/officeDocument/2006/relationships/image" Target="../media/image110.png"/><Relationship Id="rId10" Type="http://schemas.openxmlformats.org/officeDocument/2006/relationships/image" Target="../media/image115.bin"/><Relationship Id="rId4" Type="http://schemas.microsoft.com/office/2007/relationships/hdphoto" Target="../media/hdphoto2.wdp"/><Relationship Id="rId9" Type="http://schemas.openxmlformats.org/officeDocument/2006/relationships/image" Target="../media/image11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hyperlink" Target="Analysis.pptx" TargetMode="External"/><Relationship Id="rId4" Type="http://schemas.openxmlformats.org/officeDocument/2006/relationships/image" Target="../media/image11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9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1.png"/><Relationship Id="rId4" Type="http://schemas.openxmlformats.org/officeDocument/2006/relationships/image" Target="../media/image12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1.png"/><Relationship Id="rId4" Type="http://schemas.openxmlformats.org/officeDocument/2006/relationships/image" Target="../media/image122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svg"/><Relationship Id="rId13" Type="http://schemas.openxmlformats.org/officeDocument/2006/relationships/image" Target="../media/image67.png"/><Relationship Id="rId18" Type="http://schemas.openxmlformats.org/officeDocument/2006/relationships/image" Target="../media/image122.png"/><Relationship Id="rId3" Type="http://schemas.openxmlformats.org/officeDocument/2006/relationships/image" Target="../media/image4.png"/><Relationship Id="rId7" Type="http://schemas.openxmlformats.org/officeDocument/2006/relationships/image" Target="../media/image71.png"/><Relationship Id="rId12" Type="http://schemas.openxmlformats.org/officeDocument/2006/relationships/image" Target="../media/image76.svg"/><Relationship Id="rId17" Type="http://schemas.openxmlformats.org/officeDocument/2006/relationships/hyperlink" Target="https://talenta.usu.ac.id/smj/article/view/3279" TargetMode="External"/><Relationship Id="rId2" Type="http://schemas.openxmlformats.org/officeDocument/2006/relationships/notesSlide" Target="../notesSlides/notesSlide53.xml"/><Relationship Id="rId16" Type="http://schemas.openxmlformats.org/officeDocument/2006/relationships/chart" Target="../charts/chart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sv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5" Type="http://schemas.openxmlformats.org/officeDocument/2006/relationships/chart" Target="../charts/chart5.xml"/><Relationship Id="rId10" Type="http://schemas.openxmlformats.org/officeDocument/2006/relationships/image" Target="../media/image74.svg"/><Relationship Id="rId19" Type="http://schemas.openxmlformats.org/officeDocument/2006/relationships/image" Target="../media/image123.png"/><Relationship Id="rId4" Type="http://schemas.microsoft.com/office/2007/relationships/hdphoto" Target="../media/hdphoto2.wdp"/><Relationship Id="rId9" Type="http://schemas.openxmlformats.org/officeDocument/2006/relationships/image" Target="../media/image73.png"/><Relationship Id="rId14" Type="http://schemas.openxmlformats.org/officeDocument/2006/relationships/image" Target="../media/image68.sv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5.png"/><Relationship Id="rId4" Type="http://schemas.openxmlformats.org/officeDocument/2006/relationships/image" Target="../media/image124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35.png"/><Relationship Id="rId18" Type="http://schemas.openxmlformats.org/officeDocument/2006/relationships/image" Target="../media/image140.png"/><Relationship Id="rId26" Type="http://schemas.openxmlformats.org/officeDocument/2006/relationships/image" Target="../media/image148.png"/><Relationship Id="rId3" Type="http://schemas.openxmlformats.org/officeDocument/2006/relationships/image" Target="../media/image1.png"/><Relationship Id="rId21" Type="http://schemas.openxmlformats.org/officeDocument/2006/relationships/image" Target="../media/image143.png"/><Relationship Id="rId7" Type="http://schemas.openxmlformats.org/officeDocument/2006/relationships/image" Target="../media/image129.png"/><Relationship Id="rId12" Type="http://schemas.openxmlformats.org/officeDocument/2006/relationships/image" Target="../media/image134.png"/><Relationship Id="rId17" Type="http://schemas.openxmlformats.org/officeDocument/2006/relationships/image" Target="../media/image139.png"/><Relationship Id="rId25" Type="http://schemas.openxmlformats.org/officeDocument/2006/relationships/image" Target="../media/image147.png"/><Relationship Id="rId2" Type="http://schemas.openxmlformats.org/officeDocument/2006/relationships/notesSlide" Target="../notesSlides/notesSlide57.xml"/><Relationship Id="rId16" Type="http://schemas.openxmlformats.org/officeDocument/2006/relationships/image" Target="../media/image138.png"/><Relationship Id="rId20" Type="http://schemas.openxmlformats.org/officeDocument/2006/relationships/image" Target="../media/image1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8.png"/><Relationship Id="rId11" Type="http://schemas.openxmlformats.org/officeDocument/2006/relationships/image" Target="../media/image133.png"/><Relationship Id="rId24" Type="http://schemas.openxmlformats.org/officeDocument/2006/relationships/image" Target="../media/image146.png"/><Relationship Id="rId5" Type="http://schemas.openxmlformats.org/officeDocument/2006/relationships/image" Target="../media/image127.png"/><Relationship Id="rId15" Type="http://schemas.openxmlformats.org/officeDocument/2006/relationships/image" Target="../media/image137.png"/><Relationship Id="rId23" Type="http://schemas.openxmlformats.org/officeDocument/2006/relationships/image" Target="../media/image145.png"/><Relationship Id="rId28" Type="http://schemas.openxmlformats.org/officeDocument/2006/relationships/image" Target="../media/image150.png"/><Relationship Id="rId10" Type="http://schemas.openxmlformats.org/officeDocument/2006/relationships/image" Target="../media/image132.png"/><Relationship Id="rId19" Type="http://schemas.openxmlformats.org/officeDocument/2006/relationships/image" Target="../media/image141.png"/><Relationship Id="rId4" Type="http://schemas.openxmlformats.org/officeDocument/2006/relationships/image" Target="../media/image126.png"/><Relationship Id="rId9" Type="http://schemas.openxmlformats.org/officeDocument/2006/relationships/image" Target="../media/image131.png"/><Relationship Id="rId14" Type="http://schemas.openxmlformats.org/officeDocument/2006/relationships/image" Target="../media/image136.png"/><Relationship Id="rId22" Type="http://schemas.openxmlformats.org/officeDocument/2006/relationships/image" Target="../media/image144.png"/><Relationship Id="rId27" Type="http://schemas.openxmlformats.org/officeDocument/2006/relationships/image" Target="../media/image149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0.png"/><Relationship Id="rId13" Type="http://schemas.openxmlformats.org/officeDocument/2006/relationships/image" Target="../media/image135.png"/><Relationship Id="rId18" Type="http://schemas.openxmlformats.org/officeDocument/2006/relationships/image" Target="../media/image140.png"/><Relationship Id="rId26" Type="http://schemas.openxmlformats.org/officeDocument/2006/relationships/image" Target="../media/image148.png"/><Relationship Id="rId3" Type="http://schemas.openxmlformats.org/officeDocument/2006/relationships/image" Target="../media/image1.png"/><Relationship Id="rId21" Type="http://schemas.openxmlformats.org/officeDocument/2006/relationships/image" Target="../media/image143.png"/><Relationship Id="rId7" Type="http://schemas.openxmlformats.org/officeDocument/2006/relationships/image" Target="../media/image129.png"/><Relationship Id="rId12" Type="http://schemas.openxmlformats.org/officeDocument/2006/relationships/image" Target="../media/image134.png"/><Relationship Id="rId17" Type="http://schemas.openxmlformats.org/officeDocument/2006/relationships/image" Target="../media/image139.png"/><Relationship Id="rId25" Type="http://schemas.openxmlformats.org/officeDocument/2006/relationships/image" Target="../media/image147.png"/><Relationship Id="rId2" Type="http://schemas.openxmlformats.org/officeDocument/2006/relationships/notesSlide" Target="../notesSlides/notesSlide58.xml"/><Relationship Id="rId16" Type="http://schemas.openxmlformats.org/officeDocument/2006/relationships/image" Target="../media/image138.png"/><Relationship Id="rId20" Type="http://schemas.openxmlformats.org/officeDocument/2006/relationships/image" Target="../media/image14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8.png"/><Relationship Id="rId11" Type="http://schemas.openxmlformats.org/officeDocument/2006/relationships/image" Target="../media/image133.png"/><Relationship Id="rId24" Type="http://schemas.openxmlformats.org/officeDocument/2006/relationships/image" Target="../media/image146.png"/><Relationship Id="rId5" Type="http://schemas.openxmlformats.org/officeDocument/2006/relationships/image" Target="../media/image127.png"/><Relationship Id="rId15" Type="http://schemas.openxmlformats.org/officeDocument/2006/relationships/image" Target="../media/image137.png"/><Relationship Id="rId23" Type="http://schemas.openxmlformats.org/officeDocument/2006/relationships/image" Target="../media/image145.png"/><Relationship Id="rId28" Type="http://schemas.openxmlformats.org/officeDocument/2006/relationships/image" Target="../media/image150.png"/><Relationship Id="rId10" Type="http://schemas.openxmlformats.org/officeDocument/2006/relationships/image" Target="../media/image132.png"/><Relationship Id="rId19" Type="http://schemas.openxmlformats.org/officeDocument/2006/relationships/image" Target="../media/image141.png"/><Relationship Id="rId4" Type="http://schemas.openxmlformats.org/officeDocument/2006/relationships/image" Target="../media/image126.png"/><Relationship Id="rId9" Type="http://schemas.openxmlformats.org/officeDocument/2006/relationships/image" Target="../media/image131.png"/><Relationship Id="rId14" Type="http://schemas.openxmlformats.org/officeDocument/2006/relationships/image" Target="../media/image136.png"/><Relationship Id="rId22" Type="http://schemas.openxmlformats.org/officeDocument/2006/relationships/image" Target="../media/image144.png"/><Relationship Id="rId27" Type="http://schemas.openxmlformats.org/officeDocument/2006/relationships/image" Target="../media/image149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13" Type="http://schemas.openxmlformats.org/officeDocument/2006/relationships/image" Target="../media/image130.png"/><Relationship Id="rId18" Type="http://schemas.openxmlformats.org/officeDocument/2006/relationships/image" Target="../media/image135.png"/><Relationship Id="rId26" Type="http://schemas.openxmlformats.org/officeDocument/2006/relationships/image" Target="../media/image143.png"/><Relationship Id="rId3" Type="http://schemas.microsoft.com/office/2007/relationships/media" Target="../media/media2.mp4"/><Relationship Id="rId21" Type="http://schemas.openxmlformats.org/officeDocument/2006/relationships/image" Target="../media/image138.png"/><Relationship Id="rId34" Type="http://schemas.openxmlformats.org/officeDocument/2006/relationships/image" Target="../media/image152.png"/><Relationship Id="rId7" Type="http://schemas.openxmlformats.org/officeDocument/2006/relationships/image" Target="../media/image1.png"/><Relationship Id="rId12" Type="http://schemas.openxmlformats.org/officeDocument/2006/relationships/image" Target="../media/image129.png"/><Relationship Id="rId17" Type="http://schemas.openxmlformats.org/officeDocument/2006/relationships/image" Target="../media/image134.png"/><Relationship Id="rId25" Type="http://schemas.openxmlformats.org/officeDocument/2006/relationships/image" Target="../media/image142.png"/><Relationship Id="rId33" Type="http://schemas.openxmlformats.org/officeDocument/2006/relationships/image" Target="../media/image150.png"/><Relationship Id="rId2" Type="http://schemas.openxmlformats.org/officeDocument/2006/relationships/video" Target="../media/media1.mp4"/><Relationship Id="rId16" Type="http://schemas.openxmlformats.org/officeDocument/2006/relationships/image" Target="../media/image133.png"/><Relationship Id="rId20" Type="http://schemas.openxmlformats.org/officeDocument/2006/relationships/image" Target="../media/image137.png"/><Relationship Id="rId29" Type="http://schemas.openxmlformats.org/officeDocument/2006/relationships/image" Target="../media/image146.png"/><Relationship Id="rId1" Type="http://schemas.microsoft.com/office/2007/relationships/media" Target="../media/media1.mp4"/><Relationship Id="rId6" Type="http://schemas.openxmlformats.org/officeDocument/2006/relationships/notesSlide" Target="../notesSlides/notesSlide59.xml"/><Relationship Id="rId11" Type="http://schemas.openxmlformats.org/officeDocument/2006/relationships/image" Target="../media/image128.png"/><Relationship Id="rId24" Type="http://schemas.openxmlformats.org/officeDocument/2006/relationships/image" Target="../media/image141.png"/><Relationship Id="rId32" Type="http://schemas.openxmlformats.org/officeDocument/2006/relationships/image" Target="../media/image149.png"/><Relationship Id="rId5" Type="http://schemas.openxmlformats.org/officeDocument/2006/relationships/slideLayout" Target="../slideLayouts/slideLayout1.xml"/><Relationship Id="rId15" Type="http://schemas.openxmlformats.org/officeDocument/2006/relationships/image" Target="../media/image132.png"/><Relationship Id="rId23" Type="http://schemas.openxmlformats.org/officeDocument/2006/relationships/image" Target="../media/image140.png"/><Relationship Id="rId28" Type="http://schemas.openxmlformats.org/officeDocument/2006/relationships/image" Target="../media/image145.png"/><Relationship Id="rId10" Type="http://schemas.openxmlformats.org/officeDocument/2006/relationships/image" Target="../media/image127.png"/><Relationship Id="rId19" Type="http://schemas.openxmlformats.org/officeDocument/2006/relationships/image" Target="../media/image136.png"/><Relationship Id="rId31" Type="http://schemas.openxmlformats.org/officeDocument/2006/relationships/image" Target="../media/image148.png"/><Relationship Id="rId4" Type="http://schemas.openxmlformats.org/officeDocument/2006/relationships/video" Target="../media/media2.mp4"/><Relationship Id="rId9" Type="http://schemas.openxmlformats.org/officeDocument/2006/relationships/image" Target="../media/image126.png"/><Relationship Id="rId14" Type="http://schemas.openxmlformats.org/officeDocument/2006/relationships/image" Target="../media/image131.png"/><Relationship Id="rId22" Type="http://schemas.openxmlformats.org/officeDocument/2006/relationships/image" Target="../media/image139.png"/><Relationship Id="rId27" Type="http://schemas.openxmlformats.org/officeDocument/2006/relationships/image" Target="../media/image144.png"/><Relationship Id="rId30" Type="http://schemas.openxmlformats.org/officeDocument/2006/relationships/image" Target="../media/image147.png"/><Relationship Id="rId35" Type="http://schemas.openxmlformats.org/officeDocument/2006/relationships/image" Target="../media/image153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video" Target="../media/media1.mp4"/><Relationship Id="rId13" Type="http://schemas.openxmlformats.org/officeDocument/2006/relationships/image" Target="../media/image154.png"/><Relationship Id="rId3" Type="http://schemas.microsoft.com/office/2007/relationships/media" Target="../media/media2.mp4"/><Relationship Id="rId7" Type="http://schemas.microsoft.com/office/2007/relationships/media" Target="../media/media1.mp4"/><Relationship Id="rId12" Type="http://schemas.openxmlformats.org/officeDocument/2006/relationships/image" Target="../media/image151.png"/><Relationship Id="rId2" Type="http://schemas.openxmlformats.org/officeDocument/2006/relationships/video" Target="../media/media3.mp4"/><Relationship Id="rId16" Type="http://schemas.openxmlformats.org/officeDocument/2006/relationships/image" Target="../media/image152.png"/><Relationship Id="rId1" Type="http://schemas.microsoft.com/office/2007/relationships/media" Target="../media/media3.mp4"/><Relationship Id="rId6" Type="http://schemas.openxmlformats.org/officeDocument/2006/relationships/video" Target="../media/media4.mp4"/><Relationship Id="rId11" Type="http://schemas.openxmlformats.org/officeDocument/2006/relationships/image" Target="../media/image1.png"/><Relationship Id="rId5" Type="http://schemas.microsoft.com/office/2007/relationships/media" Target="../media/media4.mp4"/><Relationship Id="rId15" Type="http://schemas.openxmlformats.org/officeDocument/2006/relationships/image" Target="../media/image155.png"/><Relationship Id="rId10" Type="http://schemas.openxmlformats.org/officeDocument/2006/relationships/notesSlide" Target="../notesSlides/notesSlide60.xml"/><Relationship Id="rId4" Type="http://schemas.openxmlformats.org/officeDocument/2006/relationships/video" Target="../media/media2.mp4"/><Relationship Id="rId9" Type="http://schemas.openxmlformats.org/officeDocument/2006/relationships/slideLayout" Target="../slideLayouts/slideLayout1.xml"/><Relationship Id="rId14" Type="http://schemas.openxmlformats.org/officeDocument/2006/relationships/image" Target="../media/image153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3" Type="http://schemas.microsoft.com/office/2007/relationships/media" Target="../media/media4.mp4"/><Relationship Id="rId7" Type="http://schemas.openxmlformats.org/officeDocument/2006/relationships/image" Target="../media/image1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notesSlide" Target="../notesSlides/notesSlide61.xml"/><Relationship Id="rId11" Type="http://schemas.openxmlformats.org/officeDocument/2006/relationships/image" Target="../media/image156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155.png"/><Relationship Id="rId4" Type="http://schemas.openxmlformats.org/officeDocument/2006/relationships/video" Target="../media/media4.mp4"/><Relationship Id="rId9" Type="http://schemas.openxmlformats.org/officeDocument/2006/relationships/image" Target="../media/image15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6" Type="http://schemas.openxmlformats.org/officeDocument/2006/relationships/image" Target="../media/image157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8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8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1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1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2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3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4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5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166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166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9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166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openxmlformats.org/officeDocument/2006/relationships/image" Target="../media/image1.png"/><Relationship Id="rId7" Type="http://schemas.openxmlformats.org/officeDocument/2006/relationships/image" Target="../media/image169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166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9.png"/><Relationship Id="rId4" Type="http://schemas.openxmlformats.org/officeDocument/2006/relationships/image" Target="../media/image17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74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3.png"/><Relationship Id="rId5" Type="http://schemas.openxmlformats.org/officeDocument/2006/relationships/image" Target="../media/image172.png"/><Relationship Id="rId4" Type="http://schemas.openxmlformats.org/officeDocument/2006/relationships/image" Target="../media/image171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5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5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svg"/><Relationship Id="rId4" Type="http://schemas.openxmlformats.org/officeDocument/2006/relationships/image" Target="../media/image54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image" Target="../media/image185.png"/><Relationship Id="rId3" Type="http://schemas.openxmlformats.org/officeDocument/2006/relationships/image" Target="../media/image1.png"/><Relationship Id="rId7" Type="http://schemas.openxmlformats.org/officeDocument/2006/relationships/image" Target="../media/image179.png"/><Relationship Id="rId12" Type="http://schemas.openxmlformats.org/officeDocument/2006/relationships/image" Target="../media/image184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8.png"/><Relationship Id="rId11" Type="http://schemas.openxmlformats.org/officeDocument/2006/relationships/image" Target="../media/image183.png"/><Relationship Id="rId5" Type="http://schemas.openxmlformats.org/officeDocument/2006/relationships/image" Target="../media/image177.png"/><Relationship Id="rId10" Type="http://schemas.openxmlformats.org/officeDocument/2006/relationships/image" Target="../media/image182.png"/><Relationship Id="rId4" Type="http://schemas.openxmlformats.org/officeDocument/2006/relationships/image" Target="../media/image176.png"/><Relationship Id="rId9" Type="http://schemas.openxmlformats.org/officeDocument/2006/relationships/image" Target="../media/image181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i.org/10.1016/j.heliyon.2023.e21176" TargetMode="External"/><Relationship Id="rId5" Type="http://schemas.openxmlformats.org/officeDocument/2006/relationships/hyperlink" Target="https://doi.org/10.3390/electronics11010143" TargetMode="External"/><Relationship Id="rId4" Type="http://schemas.openxmlformats.org/officeDocument/2006/relationships/hyperlink" Target="https://doi.org/10.33395/sinkron.v8i4.12831" TargetMode="Externa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B10E526A-A3BB-F426-C3EC-35BC53AC2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60DF9AAC-E000-4966-A980-8D4E90D968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logo of a university&#10;&#10;Description automatically generated">
            <a:extLst>
              <a:ext uri="{FF2B5EF4-FFF2-40B4-BE49-F238E27FC236}">
                <a16:creationId xmlns:a16="http://schemas.microsoft.com/office/drawing/2014/main" id="{1EC94EEC-B0AE-A7AD-BE10-A0B57D887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062" y="319042"/>
            <a:ext cx="1311956" cy="15140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39ABFA-2C8C-F199-C438-0119C983015C}"/>
              </a:ext>
            </a:extLst>
          </p:cNvPr>
          <p:cNvSpPr txBox="1"/>
          <p:nvPr/>
        </p:nvSpPr>
        <p:spPr>
          <a:xfrm>
            <a:off x="120663" y="1889697"/>
            <a:ext cx="26867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2F2F4B"/>
                </a:solidFill>
                <a:latin typeface="Nunito" pitchFamily="2" charset="0"/>
              </a:rPr>
              <a:t>Mansoura University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EDFF45-51EC-D34C-4CA5-CB218B44DB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5195" b="95779" l="2885" r="98718">
                        <a14:foregroundMark x1="28205" y1="25974" x2="55965" y2="91910"/>
                        <a14:foregroundMark x1="55997" y1="91925" x2="54167" y2="86364"/>
                        <a14:foregroundMark x1="36218" y1="25974" x2="68590" y2="65260"/>
                        <a14:foregroundMark x1="45192" y1="28896" x2="90140" y2="60606"/>
                        <a14:foregroundMark x1="68910" y1="30195" x2="88442" y2="75963"/>
                        <a14:foregroundMark x1="49901" y1="96540" x2="49685" y2="96559"/>
                        <a14:foregroundMark x1="55285" y1="96067" x2="51628" y2="96388"/>
                        <a14:foregroundMark x1="28250" y1="88520" x2="6862" y2="42625"/>
                        <a14:foregroundMark x1="8979" y1="32125" x2="68205" y2="13011"/>
                        <a14:foregroundMark x1="72826" y1="16665" x2="45513" y2="81818"/>
                        <a14:foregroundMark x1="45513" y1="81818" x2="51923" y2="58442"/>
                        <a14:foregroundMark x1="73077" y1="46429" x2="45192" y2="74026"/>
                        <a14:foregroundMark x1="45192" y1="74026" x2="38141" y2="75325"/>
                        <a14:foregroundMark x1="38141" y1="75325" x2="31410" y2="62338"/>
                        <a14:foregroundMark x1="31410" y1="62338" x2="31090" y2="56169"/>
                        <a14:foregroundMark x1="31090" y1="56169" x2="29487" y2="38961"/>
                        <a14:foregroundMark x1="63141" y1="9416" x2="69144" y2="12118"/>
                        <a14:foregroundMark x1="52885" y1="5519" x2="52244" y2="7468"/>
                        <a14:foregroundMark x1="70833" y1="49675" x2="66026" y2="76299"/>
                        <a14:foregroundMark x1="27564" y1="43831" x2="29808" y2="64286"/>
                        <a14:foregroundMark x1="48718" y1="74675" x2="54167" y2="77273"/>
                        <a14:backgroundMark x1="94231" y1="83442" x2="86538" y2="87987"/>
                        <a14:backgroundMark x1="93590" y1="89935" x2="66026" y2="98701"/>
                        <a14:backgroundMark x1="91667" y1="81494" x2="90385" y2="79221"/>
                        <a14:backgroundMark x1="89103" y1="78247" x2="89103" y2="78247"/>
                        <a14:backgroundMark x1="89103" y1="78247" x2="89103" y2="78247"/>
                        <a14:backgroundMark x1="89744" y1="79221" x2="90705" y2="79545"/>
                        <a14:backgroundMark x1="91026" y1="77922" x2="91667" y2="78247"/>
                        <a14:backgroundMark x1="96474" y1="66883" x2="99679" y2="66234"/>
                        <a14:backgroundMark x1="96154" y1="67208" x2="96474" y2="69481"/>
                        <a14:backgroundMark x1="70513" y1="97078" x2="72115" y2="97078"/>
                        <a14:backgroundMark x1="22115" y1="95130" x2="36859" y2="97078"/>
                        <a14:backgroundMark x1="5128" y1="32468" x2="5128" y2="31169"/>
                        <a14:backgroundMark x1="5128" y1="31169" x2="2564" y2="41558"/>
                        <a14:backgroundMark x1="74359" y1="4870" x2="75641" y2="8442"/>
                        <a14:backgroundMark x1="74038" y1="7468" x2="78846" y2="11039"/>
                        <a14:backgroundMark x1="97436" y1="62662" x2="96154" y2="67208"/>
                        <a14:backgroundMark x1="90385" y1="78571" x2="89103" y2="78896"/>
                        <a14:backgroundMark x1="63462" y1="97078" x2="63782" y2="96429"/>
                        <a14:backgroundMark x1="63462" y1="95455" x2="63462" y2="96104"/>
                        <a14:backgroundMark x1="62821" y1="95130" x2="62500" y2="95779"/>
                        <a14:backgroundMark x1="36859" y1="97403" x2="47756" y2="98701"/>
                        <a14:backgroundMark x1="34615" y1="98052" x2="36538" y2="98377"/>
                        <a14:backgroundMark x1="50641" y1="97078" x2="50321" y2="97078"/>
                        <a14:backgroundMark x1="49038" y1="97727" x2="48718" y2="98377"/>
                        <a14:backgroundMark x1="52244" y1="97078" x2="50962" y2="97727"/>
                        <a14:backgroundMark x1="49679" y1="97727" x2="49038" y2="98377"/>
                        <a14:backgroundMark x1="49359" y1="97403" x2="50641" y2="97403"/>
                        <a14:backgroundMark x1="48718" y1="97078" x2="49359" y2="970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75510" y="396949"/>
            <a:ext cx="1418772" cy="1358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C81550C-07E3-BC1D-FD39-25306D3F18C4}"/>
              </a:ext>
            </a:extLst>
          </p:cNvPr>
          <p:cNvSpPr txBox="1"/>
          <p:nvPr/>
        </p:nvSpPr>
        <p:spPr>
          <a:xfrm>
            <a:off x="9056852" y="1766586"/>
            <a:ext cx="28560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2F2F4B"/>
                </a:solidFill>
                <a:latin typeface="Nunito" pitchFamily="2" charset="0"/>
              </a:rPr>
              <a:t>Faculty of Computer &amp; Information Sciences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035750-00F5-5CD1-8D21-83D8AAF44F7B}"/>
              </a:ext>
            </a:extLst>
          </p:cNvPr>
          <p:cNvSpPr txBox="1"/>
          <p:nvPr/>
        </p:nvSpPr>
        <p:spPr>
          <a:xfrm>
            <a:off x="1707104" y="2701179"/>
            <a:ext cx="8777792" cy="20622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67" b="1" dirty="0">
                <a:latin typeface="Poppins" panose="00000500000000000000" pitchFamily="2" charset="0"/>
                <a:cs typeface="Poppins" panose="00000500000000000000" pitchFamily="2" charset="0"/>
              </a:rPr>
              <a:t>Automated Skincare System Based On Deep Learning (Pearl)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0781DDA-659A-438A-A4BE-38F725B84F69}"/>
              </a:ext>
            </a:extLst>
          </p:cNvPr>
          <p:cNvGrpSpPr/>
          <p:nvPr/>
        </p:nvGrpSpPr>
        <p:grpSpPr>
          <a:xfrm>
            <a:off x="877743" y="5180853"/>
            <a:ext cx="10436516" cy="993487"/>
            <a:chOff x="316372" y="3667926"/>
            <a:chExt cx="7827387" cy="745115"/>
          </a:xfrm>
        </p:grpSpPr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ABED16B3-017C-92FC-A83D-A8BDC67A9364}"/>
                </a:ext>
              </a:extLst>
            </p:cNvPr>
            <p:cNvSpPr txBox="1"/>
            <p:nvPr/>
          </p:nvSpPr>
          <p:spPr>
            <a:xfrm>
              <a:off x="3474418" y="3667926"/>
              <a:ext cx="151129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 dirty="0">
                  <a:solidFill>
                    <a:srgbClr val="2F2F4B"/>
                  </a:solidFill>
                  <a:latin typeface="Nunito" pitchFamily="2" charset="0"/>
                </a:rPr>
                <a:t>Supervised By:</a:t>
              </a: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6A0D75B0-517F-7617-B6CA-D875A5B139DE}"/>
                </a:ext>
              </a:extLst>
            </p:cNvPr>
            <p:cNvSpPr txBox="1"/>
            <p:nvPr/>
          </p:nvSpPr>
          <p:spPr>
            <a:xfrm>
              <a:off x="316372" y="4159125"/>
              <a:ext cx="257628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 dirty="0">
                  <a:solidFill>
                    <a:srgbClr val="2F2F4B"/>
                  </a:solidFill>
                  <a:latin typeface="Nunito" pitchFamily="2" charset="0"/>
                </a:rPr>
                <a:t>Dr. Fatma El-</a:t>
              </a:r>
              <a:r>
                <a:rPr lang="en-US" sz="1600" b="1" dirty="0" err="1">
                  <a:solidFill>
                    <a:srgbClr val="2F2F4B"/>
                  </a:solidFill>
                  <a:latin typeface="Nunito" pitchFamily="2" charset="0"/>
                </a:rPr>
                <a:t>Zahraa</a:t>
              </a:r>
              <a:r>
                <a:rPr lang="en-US" sz="1600" b="1" dirty="0">
                  <a:solidFill>
                    <a:srgbClr val="2F2F4B"/>
                  </a:solidFill>
                  <a:latin typeface="Nunito" pitchFamily="2" charset="0"/>
                </a:rPr>
                <a:t> Ahmed</a:t>
              </a: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A5AD85B6-616B-7B22-6528-523CBEF058BF}"/>
                </a:ext>
              </a:extLst>
            </p:cNvPr>
            <p:cNvSpPr txBox="1"/>
            <p:nvPr/>
          </p:nvSpPr>
          <p:spPr>
            <a:xfrm>
              <a:off x="6250700" y="4159125"/>
              <a:ext cx="189305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sz="1600" b="1" dirty="0">
                  <a:solidFill>
                    <a:srgbClr val="2F2F4B"/>
                  </a:solidFill>
                  <a:latin typeface="Nunito" pitchFamily="2" charset="0"/>
                </a:rPr>
                <a:t>Eng. </a:t>
              </a:r>
              <a:r>
                <a:rPr lang="en-US" sz="1600" b="1" dirty="0" err="1">
                  <a:solidFill>
                    <a:srgbClr val="2F2F4B"/>
                  </a:solidFill>
                  <a:latin typeface="Nunito" pitchFamily="2" charset="0"/>
                </a:rPr>
                <a:t>Kholoud</a:t>
              </a:r>
              <a:r>
                <a:rPr lang="en-US" sz="1600" b="1" dirty="0">
                  <a:solidFill>
                    <a:srgbClr val="2F2F4B"/>
                  </a:solidFill>
                  <a:latin typeface="Nunito" pitchFamily="2" charset="0"/>
                </a:rPr>
                <a:t> </a:t>
              </a:r>
              <a:r>
                <a:rPr lang="en-US" sz="1600" b="1" dirty="0" err="1">
                  <a:solidFill>
                    <a:srgbClr val="2F2F4B"/>
                  </a:solidFill>
                  <a:latin typeface="Nunito" pitchFamily="2" charset="0"/>
                </a:rPr>
                <a:t>Srour</a:t>
              </a:r>
              <a:endParaRPr lang="en-US" sz="1600" b="1" dirty="0">
                <a:solidFill>
                  <a:srgbClr val="2F2F4B"/>
                </a:solidFill>
                <a:latin typeface="Nunito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84492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9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1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43767B26-B76E-C8BA-4ABC-C397FED7F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60A24399-2BEE-4299-A088-CA98A497F6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CE2A51F-37A3-889A-2B86-6272621903EC}"/>
              </a:ext>
            </a:extLst>
          </p:cNvPr>
          <p:cNvSpPr txBox="1"/>
          <p:nvPr/>
        </p:nvSpPr>
        <p:spPr>
          <a:xfrm>
            <a:off x="859859" y="582851"/>
            <a:ext cx="3386320" cy="810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667" b="1" dirty="0">
                <a:latin typeface="Poppins" panose="00000500000000000000" pitchFamily="2" charset="0"/>
                <a:cs typeface="Poppins" panose="00000500000000000000" pitchFamily="2" charset="0"/>
              </a:rPr>
              <a:t>Outline</a:t>
            </a:r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D5B954E8-ECB9-460F-8C37-70CB77E8CD58}"/>
              </a:ext>
            </a:extLst>
          </p:cNvPr>
          <p:cNvSpPr/>
          <p:nvPr/>
        </p:nvSpPr>
        <p:spPr>
          <a:xfrm>
            <a:off x="1441848" y="4188683"/>
            <a:ext cx="204073" cy="55530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>
              <a:lnSpc>
                <a:spcPts val="4375"/>
              </a:lnSpc>
            </a:pPr>
            <a:endParaRPr lang="en-US" sz="3499" dirty="0"/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48BF111A-F094-459B-899D-C54B92456AFB}"/>
              </a:ext>
            </a:extLst>
          </p:cNvPr>
          <p:cNvSpPr/>
          <p:nvPr/>
        </p:nvSpPr>
        <p:spPr>
          <a:xfrm>
            <a:off x="1441848" y="6665661"/>
            <a:ext cx="204073" cy="55530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>
              <a:lnSpc>
                <a:spcPts val="4375"/>
              </a:lnSpc>
            </a:pPr>
            <a:endParaRPr lang="en-US" sz="3499" dirty="0"/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70B6945-926C-4107-A33B-3E967BA2E81E}"/>
              </a:ext>
            </a:extLst>
          </p:cNvPr>
          <p:cNvGrpSpPr/>
          <p:nvPr/>
        </p:nvGrpSpPr>
        <p:grpSpPr>
          <a:xfrm>
            <a:off x="859859" y="1652738"/>
            <a:ext cx="557517" cy="666591"/>
            <a:chOff x="922914" y="1251264"/>
            <a:chExt cx="418138" cy="499943"/>
          </a:xfrm>
        </p:grpSpPr>
        <p:sp>
          <p:nvSpPr>
            <p:cNvPr id="35" name="Shape 5">
              <a:extLst>
                <a:ext uri="{FF2B5EF4-FFF2-40B4-BE49-F238E27FC236}">
                  <a16:creationId xmlns:a16="http://schemas.microsoft.com/office/drawing/2014/main" id="{480274A9-5DFB-4088-B253-EEF105DA0EBF}"/>
                </a:ext>
              </a:extLst>
            </p:cNvPr>
            <p:cNvSpPr/>
            <p:nvPr/>
          </p:nvSpPr>
          <p:spPr>
            <a:xfrm>
              <a:off x="922914" y="1251264"/>
              <a:ext cx="418138" cy="499943"/>
            </a:xfrm>
            <a:prstGeom prst="roundRect">
              <a:avLst>
                <a:gd name="adj" fmla="val 20000"/>
              </a:avLst>
            </a:prstGeom>
            <a:solidFill>
              <a:srgbClr val="F0D4F7"/>
            </a:solidFill>
            <a:ln w="13811">
              <a:solidFill>
                <a:srgbClr val="D6BA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6">
              <a:extLst>
                <a:ext uri="{FF2B5EF4-FFF2-40B4-BE49-F238E27FC236}">
                  <a16:creationId xmlns:a16="http://schemas.microsoft.com/office/drawing/2014/main" id="{BBA86A2F-CE90-491E-B740-5C3AA630A090}"/>
                </a:ext>
              </a:extLst>
            </p:cNvPr>
            <p:cNvSpPr/>
            <p:nvPr/>
          </p:nvSpPr>
          <p:spPr>
            <a:xfrm>
              <a:off x="1073223" y="1269930"/>
              <a:ext cx="153055" cy="416481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algn="ctr">
                <a:lnSpc>
                  <a:spcPts val="4375"/>
                </a:lnSpc>
              </a:pPr>
              <a:r>
                <a:rPr lang="en-US" sz="3499" b="1" kern="0" spc="-69" dirty="0">
                  <a:solidFill>
                    <a:srgbClr val="272525"/>
                  </a:solidFill>
                  <a:latin typeface="Arial Rounded MT Bold" panose="020F0704030504030204" pitchFamily="34" charset="0"/>
                  <a:ea typeface="adonis-web"/>
                  <a:cs typeface="Poppins" panose="00000500000000000000" pitchFamily="2" charset="0"/>
                </a:rPr>
                <a:t>1</a:t>
              </a:r>
              <a:endParaRPr lang="en-US" sz="3499" dirty="0">
                <a:latin typeface="Arial Rounded MT Bold" panose="020F0704030504030204" pitchFamily="34" charset="0"/>
                <a:ea typeface="adonis-web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FFB844F-A986-43B3-B059-B95319CD276C}"/>
              </a:ext>
            </a:extLst>
          </p:cNvPr>
          <p:cNvSpPr txBox="1"/>
          <p:nvPr/>
        </p:nvSpPr>
        <p:spPr>
          <a:xfrm>
            <a:off x="1628671" y="1781046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Introduction</a:t>
            </a: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5AAEB964-979E-4B45-A8DC-225C2BF15D59}"/>
              </a:ext>
            </a:extLst>
          </p:cNvPr>
          <p:cNvGrpSpPr/>
          <p:nvPr/>
        </p:nvGrpSpPr>
        <p:grpSpPr>
          <a:xfrm>
            <a:off x="859859" y="2524767"/>
            <a:ext cx="557517" cy="666591"/>
            <a:chOff x="922914" y="2041147"/>
            <a:chExt cx="418138" cy="499943"/>
          </a:xfrm>
        </p:grpSpPr>
        <p:sp>
          <p:nvSpPr>
            <p:cNvPr id="38" name="Shape 10">
              <a:extLst>
                <a:ext uri="{FF2B5EF4-FFF2-40B4-BE49-F238E27FC236}">
                  <a16:creationId xmlns:a16="http://schemas.microsoft.com/office/drawing/2014/main" id="{0685E18D-1C86-44E0-B864-93FF6D835185}"/>
                </a:ext>
              </a:extLst>
            </p:cNvPr>
            <p:cNvSpPr/>
            <p:nvPr/>
          </p:nvSpPr>
          <p:spPr>
            <a:xfrm>
              <a:off x="922914" y="2041147"/>
              <a:ext cx="418138" cy="499943"/>
            </a:xfrm>
            <a:prstGeom prst="roundRect">
              <a:avLst>
                <a:gd name="adj" fmla="val 20000"/>
              </a:avLst>
            </a:prstGeom>
            <a:solidFill>
              <a:srgbClr val="F0D4F7"/>
            </a:solidFill>
            <a:ln w="13811">
              <a:solidFill>
                <a:srgbClr val="D6BA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6">
              <a:extLst>
                <a:ext uri="{FF2B5EF4-FFF2-40B4-BE49-F238E27FC236}">
                  <a16:creationId xmlns:a16="http://schemas.microsoft.com/office/drawing/2014/main" id="{DA35210F-F5CB-4DE3-8A49-D4A9497F7B49}"/>
                </a:ext>
              </a:extLst>
            </p:cNvPr>
            <p:cNvSpPr/>
            <p:nvPr/>
          </p:nvSpPr>
          <p:spPr>
            <a:xfrm>
              <a:off x="1055454" y="2049430"/>
              <a:ext cx="153055" cy="416481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algn="ctr">
                <a:lnSpc>
                  <a:spcPts val="4375"/>
                </a:lnSpc>
              </a:pPr>
              <a:r>
                <a:rPr lang="en-US" sz="3499" b="1" kern="0" spc="-69" dirty="0">
                  <a:solidFill>
                    <a:srgbClr val="272525"/>
                  </a:solidFill>
                  <a:latin typeface="Arial Rounded MT Bold" panose="020F0704030504030204" pitchFamily="34" charset="0"/>
                  <a:ea typeface="adonis-web" pitchFamily="34" charset="-122"/>
                  <a:cs typeface="Poppins" panose="00000500000000000000" pitchFamily="2" charset="0"/>
                </a:rPr>
                <a:t>2</a:t>
              </a: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C29F461A-7C0A-4836-AC15-FC24746B9706}"/>
              </a:ext>
            </a:extLst>
          </p:cNvPr>
          <p:cNvSpPr txBox="1"/>
          <p:nvPr/>
        </p:nvSpPr>
        <p:spPr>
          <a:xfrm>
            <a:off x="1584664" y="2653075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Problem Overview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DA920FFD-3CC5-44E9-B150-C6D6502C8FED}"/>
              </a:ext>
            </a:extLst>
          </p:cNvPr>
          <p:cNvGrpSpPr/>
          <p:nvPr/>
        </p:nvGrpSpPr>
        <p:grpSpPr>
          <a:xfrm>
            <a:off x="859859" y="3435359"/>
            <a:ext cx="557517" cy="666591"/>
            <a:chOff x="922914" y="2834082"/>
            <a:chExt cx="418138" cy="499943"/>
          </a:xfrm>
        </p:grpSpPr>
        <p:sp>
          <p:nvSpPr>
            <p:cNvPr id="41" name="Shape 15">
              <a:extLst>
                <a:ext uri="{FF2B5EF4-FFF2-40B4-BE49-F238E27FC236}">
                  <a16:creationId xmlns:a16="http://schemas.microsoft.com/office/drawing/2014/main" id="{61963B7A-A27C-47F7-ADBF-CAD2D7E87AF5}"/>
                </a:ext>
              </a:extLst>
            </p:cNvPr>
            <p:cNvSpPr/>
            <p:nvPr/>
          </p:nvSpPr>
          <p:spPr>
            <a:xfrm>
              <a:off x="922914" y="2834082"/>
              <a:ext cx="418138" cy="499943"/>
            </a:xfrm>
            <a:prstGeom prst="roundRect">
              <a:avLst>
                <a:gd name="adj" fmla="val 20000"/>
              </a:avLst>
            </a:prstGeom>
            <a:solidFill>
              <a:srgbClr val="F0D4F7"/>
            </a:solidFill>
            <a:ln w="13811">
              <a:solidFill>
                <a:srgbClr val="D6BA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Text 6">
              <a:extLst>
                <a:ext uri="{FF2B5EF4-FFF2-40B4-BE49-F238E27FC236}">
                  <a16:creationId xmlns:a16="http://schemas.microsoft.com/office/drawing/2014/main" id="{6FCAE5CE-FB2D-46A5-998F-7C7EF18EF61B}"/>
                </a:ext>
              </a:extLst>
            </p:cNvPr>
            <p:cNvSpPr/>
            <p:nvPr/>
          </p:nvSpPr>
          <p:spPr>
            <a:xfrm>
              <a:off x="1055455" y="2868093"/>
              <a:ext cx="153055" cy="416481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algn="ctr">
                <a:lnSpc>
                  <a:spcPts val="4375"/>
                </a:lnSpc>
              </a:pPr>
              <a:r>
                <a:rPr lang="en-US" sz="3499" b="1" kern="0" spc="-69" dirty="0">
                  <a:solidFill>
                    <a:srgbClr val="272525"/>
                  </a:solidFill>
                  <a:latin typeface="Arial Rounded MT Bold" panose="020F0704030504030204" pitchFamily="34" charset="0"/>
                  <a:ea typeface="adonis-web" pitchFamily="34" charset="-122"/>
                  <a:cs typeface="Poppins" panose="00000500000000000000" pitchFamily="2" charset="0"/>
                </a:rPr>
                <a:t>3</a:t>
              </a:r>
            </a:p>
          </p:txBody>
        </p:sp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B7DD3788-A1CA-496E-BFB0-B4E9E9F8D798}"/>
              </a:ext>
            </a:extLst>
          </p:cNvPr>
          <p:cNvSpPr txBox="1"/>
          <p:nvPr/>
        </p:nvSpPr>
        <p:spPr>
          <a:xfrm>
            <a:off x="1628670" y="3553372"/>
            <a:ext cx="46679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Objectives &amp; Contribution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7A17B93F-6924-49D5-84BD-0A2B74B3E5A4}"/>
              </a:ext>
            </a:extLst>
          </p:cNvPr>
          <p:cNvGrpSpPr/>
          <p:nvPr/>
        </p:nvGrpSpPr>
        <p:grpSpPr>
          <a:xfrm>
            <a:off x="859859" y="4375904"/>
            <a:ext cx="557517" cy="666591"/>
            <a:chOff x="922914" y="3630068"/>
            <a:chExt cx="418138" cy="499943"/>
          </a:xfrm>
        </p:grpSpPr>
        <p:sp>
          <p:nvSpPr>
            <p:cNvPr id="44" name="Shape 10">
              <a:extLst>
                <a:ext uri="{FF2B5EF4-FFF2-40B4-BE49-F238E27FC236}">
                  <a16:creationId xmlns:a16="http://schemas.microsoft.com/office/drawing/2014/main" id="{345EAE9F-9087-4EB7-904A-C1B1C442BF7C}"/>
                </a:ext>
              </a:extLst>
            </p:cNvPr>
            <p:cNvSpPr/>
            <p:nvPr/>
          </p:nvSpPr>
          <p:spPr>
            <a:xfrm>
              <a:off x="922914" y="3630068"/>
              <a:ext cx="418138" cy="499943"/>
            </a:xfrm>
            <a:prstGeom prst="roundRect">
              <a:avLst>
                <a:gd name="adj" fmla="val 20000"/>
              </a:avLst>
            </a:prstGeom>
            <a:solidFill>
              <a:srgbClr val="F0D4F7"/>
            </a:solidFill>
            <a:ln w="13811">
              <a:solidFill>
                <a:srgbClr val="D6BADD"/>
              </a:solidFill>
              <a:prstDash val="solid"/>
            </a:ln>
          </p:spPr>
          <p:txBody>
            <a:bodyPr/>
            <a:lstStyle/>
            <a:p>
              <a:endParaRPr lang="en-US" sz="2400" dirty="0"/>
            </a:p>
          </p:txBody>
        </p:sp>
        <p:sp>
          <p:nvSpPr>
            <p:cNvPr id="54" name="Text 6">
              <a:extLst>
                <a:ext uri="{FF2B5EF4-FFF2-40B4-BE49-F238E27FC236}">
                  <a16:creationId xmlns:a16="http://schemas.microsoft.com/office/drawing/2014/main" id="{21C47AD5-81BE-4EB0-B693-35588986444C}"/>
                </a:ext>
              </a:extLst>
            </p:cNvPr>
            <p:cNvSpPr/>
            <p:nvPr/>
          </p:nvSpPr>
          <p:spPr>
            <a:xfrm>
              <a:off x="1055454" y="3650358"/>
              <a:ext cx="153055" cy="416481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algn="ctr">
                <a:lnSpc>
                  <a:spcPts val="4375"/>
                </a:lnSpc>
              </a:pPr>
              <a:r>
                <a:rPr lang="en-US" sz="3499" b="1" kern="0" spc="-69" dirty="0">
                  <a:solidFill>
                    <a:srgbClr val="272525"/>
                  </a:solidFill>
                  <a:latin typeface="Arial Rounded MT Bold" panose="020F0704030504030204" pitchFamily="34" charset="0"/>
                  <a:ea typeface="adonis-web" pitchFamily="34" charset="-122"/>
                  <a:cs typeface="Poppins" panose="00000500000000000000" pitchFamily="2" charset="0"/>
                </a:rPr>
                <a:t>4</a:t>
              </a:r>
            </a:p>
          </p:txBody>
        </p: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29C785E1-E4FD-425E-BE9C-7ABCB18C0954}"/>
              </a:ext>
            </a:extLst>
          </p:cNvPr>
          <p:cNvSpPr txBox="1"/>
          <p:nvPr/>
        </p:nvSpPr>
        <p:spPr>
          <a:xfrm>
            <a:off x="1621880" y="4504212"/>
            <a:ext cx="46747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Related work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A115299-2852-4875-A13B-3C057FE80758}"/>
              </a:ext>
            </a:extLst>
          </p:cNvPr>
          <p:cNvGrpSpPr/>
          <p:nvPr/>
        </p:nvGrpSpPr>
        <p:grpSpPr>
          <a:xfrm>
            <a:off x="6846374" y="1652738"/>
            <a:ext cx="557517" cy="666591"/>
            <a:chOff x="5346324" y="1251264"/>
            <a:chExt cx="418138" cy="499943"/>
          </a:xfrm>
        </p:grpSpPr>
        <p:sp>
          <p:nvSpPr>
            <p:cNvPr id="48" name="Shape 5">
              <a:extLst>
                <a:ext uri="{FF2B5EF4-FFF2-40B4-BE49-F238E27FC236}">
                  <a16:creationId xmlns:a16="http://schemas.microsoft.com/office/drawing/2014/main" id="{BFD2B230-DC52-4EE3-B550-D07439A3CC75}"/>
                </a:ext>
              </a:extLst>
            </p:cNvPr>
            <p:cNvSpPr/>
            <p:nvPr/>
          </p:nvSpPr>
          <p:spPr>
            <a:xfrm>
              <a:off x="5346324" y="1251264"/>
              <a:ext cx="418138" cy="499943"/>
            </a:xfrm>
            <a:prstGeom prst="roundRect">
              <a:avLst>
                <a:gd name="adj" fmla="val 20000"/>
              </a:avLst>
            </a:prstGeom>
            <a:solidFill>
              <a:srgbClr val="F0D4F7"/>
            </a:solidFill>
            <a:ln w="13811">
              <a:solidFill>
                <a:srgbClr val="D6BADD"/>
              </a:solidFill>
              <a:prstDash val="solid"/>
            </a:ln>
          </p:spPr>
          <p:txBody>
            <a:bodyPr/>
            <a:lstStyle/>
            <a:p>
              <a:endParaRPr lang="en-US" sz="2400" dirty="0"/>
            </a:p>
          </p:txBody>
        </p:sp>
        <p:sp>
          <p:nvSpPr>
            <p:cNvPr id="53" name="Text 6">
              <a:extLst>
                <a:ext uri="{FF2B5EF4-FFF2-40B4-BE49-F238E27FC236}">
                  <a16:creationId xmlns:a16="http://schemas.microsoft.com/office/drawing/2014/main" id="{07121007-B97E-4FE4-B2FB-301E117CFB09}"/>
                </a:ext>
              </a:extLst>
            </p:cNvPr>
            <p:cNvSpPr/>
            <p:nvPr/>
          </p:nvSpPr>
          <p:spPr>
            <a:xfrm>
              <a:off x="5478865" y="1262599"/>
              <a:ext cx="153055" cy="416481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algn="ctr">
                <a:lnSpc>
                  <a:spcPts val="4375"/>
                </a:lnSpc>
              </a:pPr>
              <a:r>
                <a:rPr lang="en-US" sz="3499" b="1" kern="0" spc="-69" dirty="0">
                  <a:solidFill>
                    <a:srgbClr val="272525"/>
                  </a:solidFill>
                  <a:latin typeface="Arial Rounded MT Bold" panose="020F0704030504030204" pitchFamily="34" charset="0"/>
                  <a:ea typeface="adonis-web" pitchFamily="34" charset="-122"/>
                  <a:cs typeface="Poppins" panose="00000500000000000000" pitchFamily="2" charset="0"/>
                </a:rPr>
                <a:t>6</a:t>
              </a:r>
            </a:p>
          </p:txBody>
        </p: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591F2D9-A843-490C-9344-80CDBE8F8C6A}"/>
              </a:ext>
            </a:extLst>
          </p:cNvPr>
          <p:cNvSpPr txBox="1"/>
          <p:nvPr/>
        </p:nvSpPr>
        <p:spPr>
          <a:xfrm>
            <a:off x="7563888" y="1781046"/>
            <a:ext cx="4270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Design &amp; Implementation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A615855-B0E8-47B4-8135-063BD0E56D2F}"/>
              </a:ext>
            </a:extLst>
          </p:cNvPr>
          <p:cNvGrpSpPr/>
          <p:nvPr/>
        </p:nvGrpSpPr>
        <p:grpSpPr>
          <a:xfrm>
            <a:off x="6846372" y="2524767"/>
            <a:ext cx="557517" cy="666591"/>
            <a:chOff x="5346324" y="2041147"/>
            <a:chExt cx="418138" cy="499943"/>
          </a:xfrm>
        </p:grpSpPr>
        <p:sp>
          <p:nvSpPr>
            <p:cNvPr id="47" name="Shape 5">
              <a:extLst>
                <a:ext uri="{FF2B5EF4-FFF2-40B4-BE49-F238E27FC236}">
                  <a16:creationId xmlns:a16="http://schemas.microsoft.com/office/drawing/2014/main" id="{2F8CB741-ED41-47C5-8EBB-6086C6927868}"/>
                </a:ext>
              </a:extLst>
            </p:cNvPr>
            <p:cNvSpPr/>
            <p:nvPr/>
          </p:nvSpPr>
          <p:spPr>
            <a:xfrm>
              <a:off x="5346324" y="2041147"/>
              <a:ext cx="418138" cy="499943"/>
            </a:xfrm>
            <a:prstGeom prst="roundRect">
              <a:avLst>
                <a:gd name="adj" fmla="val 20000"/>
              </a:avLst>
            </a:prstGeom>
            <a:solidFill>
              <a:srgbClr val="F0D4F7"/>
            </a:solidFill>
            <a:ln w="13811">
              <a:solidFill>
                <a:srgbClr val="D6BA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6">
              <a:extLst>
                <a:ext uri="{FF2B5EF4-FFF2-40B4-BE49-F238E27FC236}">
                  <a16:creationId xmlns:a16="http://schemas.microsoft.com/office/drawing/2014/main" id="{399D6315-BDB7-4EEA-BCFC-CF45A0012BE3}"/>
                </a:ext>
              </a:extLst>
            </p:cNvPr>
            <p:cNvSpPr/>
            <p:nvPr/>
          </p:nvSpPr>
          <p:spPr>
            <a:xfrm>
              <a:off x="5480471" y="2082878"/>
              <a:ext cx="153055" cy="416481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algn="ctr">
                <a:lnSpc>
                  <a:spcPts val="4375"/>
                </a:lnSpc>
              </a:pPr>
              <a:r>
                <a:rPr lang="en-US" sz="3499" b="1" kern="0" spc="-69" dirty="0">
                  <a:solidFill>
                    <a:srgbClr val="272525"/>
                  </a:solidFill>
                  <a:latin typeface="Arial Rounded MT Bold" panose="020F0704030504030204" pitchFamily="34" charset="0"/>
                  <a:ea typeface="adonis-web" pitchFamily="34" charset="-122"/>
                  <a:cs typeface="Poppins" panose="00000500000000000000" pitchFamily="2" charset="0"/>
                </a:rPr>
                <a:t>7</a:t>
              </a:r>
            </a:p>
          </p:txBody>
        </p:sp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432AEFE7-EA21-4FAF-BBE4-8EB30BD72788}"/>
              </a:ext>
            </a:extLst>
          </p:cNvPr>
          <p:cNvSpPr txBox="1"/>
          <p:nvPr/>
        </p:nvSpPr>
        <p:spPr>
          <a:xfrm>
            <a:off x="7571180" y="2653075"/>
            <a:ext cx="4270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Future Work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87C9AE5-D6D5-4E82-96DB-883A35A1816A}"/>
              </a:ext>
            </a:extLst>
          </p:cNvPr>
          <p:cNvGrpSpPr/>
          <p:nvPr/>
        </p:nvGrpSpPr>
        <p:grpSpPr>
          <a:xfrm>
            <a:off x="6846372" y="3439425"/>
            <a:ext cx="557517" cy="666591"/>
            <a:chOff x="5346324" y="2837132"/>
            <a:chExt cx="418138" cy="499943"/>
          </a:xfrm>
        </p:grpSpPr>
        <p:sp>
          <p:nvSpPr>
            <p:cNvPr id="46" name="Shape 5">
              <a:extLst>
                <a:ext uri="{FF2B5EF4-FFF2-40B4-BE49-F238E27FC236}">
                  <a16:creationId xmlns:a16="http://schemas.microsoft.com/office/drawing/2014/main" id="{178EE10F-5BFF-4873-9385-0A9FED598496}"/>
                </a:ext>
              </a:extLst>
            </p:cNvPr>
            <p:cNvSpPr/>
            <p:nvPr/>
          </p:nvSpPr>
          <p:spPr>
            <a:xfrm>
              <a:off x="5346324" y="2837132"/>
              <a:ext cx="418138" cy="499943"/>
            </a:xfrm>
            <a:prstGeom prst="roundRect">
              <a:avLst>
                <a:gd name="adj" fmla="val 20000"/>
              </a:avLst>
            </a:prstGeom>
            <a:solidFill>
              <a:srgbClr val="F0D4F7"/>
            </a:solidFill>
            <a:ln w="13811">
              <a:solidFill>
                <a:srgbClr val="D6BA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Text 6">
              <a:extLst>
                <a:ext uri="{FF2B5EF4-FFF2-40B4-BE49-F238E27FC236}">
                  <a16:creationId xmlns:a16="http://schemas.microsoft.com/office/drawing/2014/main" id="{7333FDA2-296F-42B0-AEE3-08E07557E45E}"/>
                </a:ext>
              </a:extLst>
            </p:cNvPr>
            <p:cNvSpPr/>
            <p:nvPr/>
          </p:nvSpPr>
          <p:spPr>
            <a:xfrm>
              <a:off x="5478865" y="2868092"/>
              <a:ext cx="153055" cy="416481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algn="ctr">
                <a:lnSpc>
                  <a:spcPts val="4375"/>
                </a:lnSpc>
              </a:pPr>
              <a:r>
                <a:rPr lang="en-US" sz="3499" b="1" kern="0" spc="-69" dirty="0">
                  <a:solidFill>
                    <a:srgbClr val="272525"/>
                  </a:solidFill>
                  <a:latin typeface="Arial Rounded MT Bold" panose="020F0704030504030204" pitchFamily="34" charset="0"/>
                  <a:ea typeface="adonis-web" pitchFamily="34" charset="-122"/>
                  <a:cs typeface="Poppins" panose="00000500000000000000" pitchFamily="2" charset="0"/>
                </a:rPr>
                <a:t>8</a:t>
              </a: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0ACD8E1A-3016-412E-92C2-78F3973A5F5A}"/>
              </a:ext>
            </a:extLst>
          </p:cNvPr>
          <p:cNvSpPr txBox="1"/>
          <p:nvPr/>
        </p:nvSpPr>
        <p:spPr>
          <a:xfrm>
            <a:off x="7571180" y="3563667"/>
            <a:ext cx="3657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Competitions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C92F871-DDB4-419D-8674-A2FC1C0822EA}"/>
              </a:ext>
            </a:extLst>
          </p:cNvPr>
          <p:cNvGrpSpPr/>
          <p:nvPr/>
        </p:nvGrpSpPr>
        <p:grpSpPr>
          <a:xfrm>
            <a:off x="6846372" y="4375904"/>
            <a:ext cx="557517" cy="666591"/>
            <a:chOff x="5346324" y="3630068"/>
            <a:chExt cx="418138" cy="499943"/>
          </a:xfrm>
        </p:grpSpPr>
        <p:sp>
          <p:nvSpPr>
            <p:cNvPr id="45" name="Shape 5">
              <a:extLst>
                <a:ext uri="{FF2B5EF4-FFF2-40B4-BE49-F238E27FC236}">
                  <a16:creationId xmlns:a16="http://schemas.microsoft.com/office/drawing/2014/main" id="{B30816E7-9D62-4051-A34D-DF5CE76B549E}"/>
                </a:ext>
              </a:extLst>
            </p:cNvPr>
            <p:cNvSpPr/>
            <p:nvPr/>
          </p:nvSpPr>
          <p:spPr>
            <a:xfrm>
              <a:off x="5346324" y="3630068"/>
              <a:ext cx="418138" cy="499943"/>
            </a:xfrm>
            <a:prstGeom prst="roundRect">
              <a:avLst>
                <a:gd name="adj" fmla="val 20000"/>
              </a:avLst>
            </a:prstGeom>
            <a:solidFill>
              <a:srgbClr val="F0D4F7"/>
            </a:solidFill>
            <a:ln w="13811">
              <a:solidFill>
                <a:srgbClr val="D6BA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6">
              <a:extLst>
                <a:ext uri="{FF2B5EF4-FFF2-40B4-BE49-F238E27FC236}">
                  <a16:creationId xmlns:a16="http://schemas.microsoft.com/office/drawing/2014/main" id="{56FA0225-1F63-4457-87AA-CAF2F6D4386D}"/>
                </a:ext>
              </a:extLst>
            </p:cNvPr>
            <p:cNvSpPr/>
            <p:nvPr/>
          </p:nvSpPr>
          <p:spPr>
            <a:xfrm>
              <a:off x="5478865" y="3671797"/>
              <a:ext cx="153055" cy="416481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algn="ctr">
                <a:lnSpc>
                  <a:spcPts val="4375"/>
                </a:lnSpc>
              </a:pPr>
              <a:r>
                <a:rPr lang="en-US" sz="3499" b="1" kern="0" spc="-69" dirty="0">
                  <a:solidFill>
                    <a:srgbClr val="272525"/>
                  </a:solidFill>
                  <a:latin typeface="Arial Rounded MT Bold" panose="020F0704030504030204" pitchFamily="34" charset="0"/>
                  <a:ea typeface="adonis-web" pitchFamily="34" charset="-122"/>
                  <a:cs typeface="Poppins" panose="00000500000000000000" pitchFamily="2" charset="0"/>
                </a:rPr>
                <a:t>9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3FECA601-AA70-4FEA-8407-BF762B5A8851}"/>
              </a:ext>
            </a:extLst>
          </p:cNvPr>
          <p:cNvSpPr txBox="1"/>
          <p:nvPr/>
        </p:nvSpPr>
        <p:spPr>
          <a:xfrm>
            <a:off x="7571180" y="4504213"/>
            <a:ext cx="3657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Timeline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0F4F9A8-FB31-4D57-BD0A-A899AE86099F}"/>
              </a:ext>
            </a:extLst>
          </p:cNvPr>
          <p:cNvGrpSpPr/>
          <p:nvPr/>
        </p:nvGrpSpPr>
        <p:grpSpPr>
          <a:xfrm>
            <a:off x="859859" y="5268790"/>
            <a:ext cx="557517" cy="666591"/>
            <a:chOff x="5346324" y="1251264"/>
            <a:chExt cx="418138" cy="499943"/>
          </a:xfrm>
        </p:grpSpPr>
        <p:sp>
          <p:nvSpPr>
            <p:cNvPr id="43" name="Shape 5">
              <a:extLst>
                <a:ext uri="{FF2B5EF4-FFF2-40B4-BE49-F238E27FC236}">
                  <a16:creationId xmlns:a16="http://schemas.microsoft.com/office/drawing/2014/main" id="{F41EE980-2262-4C6E-A3D7-E1F96336F5CE}"/>
                </a:ext>
              </a:extLst>
            </p:cNvPr>
            <p:cNvSpPr/>
            <p:nvPr/>
          </p:nvSpPr>
          <p:spPr>
            <a:xfrm>
              <a:off x="5346324" y="1251264"/>
              <a:ext cx="418138" cy="499943"/>
            </a:xfrm>
            <a:prstGeom prst="roundRect">
              <a:avLst>
                <a:gd name="adj" fmla="val 20000"/>
              </a:avLst>
            </a:prstGeom>
            <a:solidFill>
              <a:srgbClr val="F0D4F7"/>
            </a:solidFill>
            <a:ln w="13811">
              <a:solidFill>
                <a:srgbClr val="D6BADD"/>
              </a:solidFill>
              <a:prstDash val="solid"/>
            </a:ln>
          </p:spPr>
          <p:txBody>
            <a:bodyPr/>
            <a:lstStyle/>
            <a:p>
              <a:endParaRPr lang="en-US" sz="2400" dirty="0"/>
            </a:p>
          </p:txBody>
        </p:sp>
        <p:sp>
          <p:nvSpPr>
            <p:cNvPr id="68" name="Text 6">
              <a:extLst>
                <a:ext uri="{FF2B5EF4-FFF2-40B4-BE49-F238E27FC236}">
                  <a16:creationId xmlns:a16="http://schemas.microsoft.com/office/drawing/2014/main" id="{D17AC946-1466-49C4-8237-ED1F858A1ECD}"/>
                </a:ext>
              </a:extLst>
            </p:cNvPr>
            <p:cNvSpPr/>
            <p:nvPr/>
          </p:nvSpPr>
          <p:spPr>
            <a:xfrm>
              <a:off x="5478865" y="1262599"/>
              <a:ext cx="153055" cy="416481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algn="ctr">
                <a:lnSpc>
                  <a:spcPts val="4375"/>
                </a:lnSpc>
              </a:pPr>
              <a:r>
                <a:rPr lang="en-US" sz="3499" b="1" kern="0" spc="-69" dirty="0">
                  <a:solidFill>
                    <a:srgbClr val="272525"/>
                  </a:solidFill>
                  <a:latin typeface="Arial Rounded MT Bold" panose="020F0704030504030204" pitchFamily="34" charset="0"/>
                  <a:ea typeface="adonis-web" pitchFamily="34" charset="-122"/>
                  <a:cs typeface="Poppins" panose="00000500000000000000" pitchFamily="2" charset="0"/>
                </a:rPr>
                <a:t>5</a:t>
              </a: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65158620-DACA-4FD8-AFF3-D6A82A275FDB}"/>
              </a:ext>
            </a:extLst>
          </p:cNvPr>
          <p:cNvSpPr txBox="1"/>
          <p:nvPr/>
        </p:nvSpPr>
        <p:spPr>
          <a:xfrm>
            <a:off x="1577373" y="5397098"/>
            <a:ext cx="365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System Analysis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9F93714C-B542-4C66-9A36-6E901A0369F9}"/>
              </a:ext>
            </a:extLst>
          </p:cNvPr>
          <p:cNvGrpSpPr/>
          <p:nvPr/>
        </p:nvGrpSpPr>
        <p:grpSpPr>
          <a:xfrm>
            <a:off x="6846372" y="5286888"/>
            <a:ext cx="557517" cy="666591"/>
            <a:chOff x="5346324" y="3630068"/>
            <a:chExt cx="418138" cy="499943"/>
          </a:xfrm>
        </p:grpSpPr>
        <p:sp>
          <p:nvSpPr>
            <p:cNvPr id="75" name="Shape 5">
              <a:extLst>
                <a:ext uri="{FF2B5EF4-FFF2-40B4-BE49-F238E27FC236}">
                  <a16:creationId xmlns:a16="http://schemas.microsoft.com/office/drawing/2014/main" id="{7870BF77-A863-4EE0-A239-E6F8A2B28093}"/>
                </a:ext>
              </a:extLst>
            </p:cNvPr>
            <p:cNvSpPr/>
            <p:nvPr/>
          </p:nvSpPr>
          <p:spPr>
            <a:xfrm>
              <a:off x="5346324" y="3630068"/>
              <a:ext cx="418138" cy="499943"/>
            </a:xfrm>
            <a:prstGeom prst="roundRect">
              <a:avLst>
                <a:gd name="adj" fmla="val 20000"/>
              </a:avLst>
            </a:prstGeom>
            <a:solidFill>
              <a:srgbClr val="F0D4F7"/>
            </a:solidFill>
            <a:ln w="13811">
              <a:solidFill>
                <a:srgbClr val="D6BA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Text 6">
              <a:extLst>
                <a:ext uri="{FF2B5EF4-FFF2-40B4-BE49-F238E27FC236}">
                  <a16:creationId xmlns:a16="http://schemas.microsoft.com/office/drawing/2014/main" id="{F7E950DE-17CB-4F7C-9F04-BF1E77C071CC}"/>
                </a:ext>
              </a:extLst>
            </p:cNvPr>
            <p:cNvSpPr/>
            <p:nvPr/>
          </p:nvSpPr>
          <p:spPr>
            <a:xfrm>
              <a:off x="5478865" y="3671797"/>
              <a:ext cx="153055" cy="416481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algn="ctr">
                <a:lnSpc>
                  <a:spcPts val="4375"/>
                </a:lnSpc>
              </a:pPr>
              <a:r>
                <a:rPr lang="en-US" sz="3499" b="1" kern="0" spc="-69" dirty="0">
                  <a:solidFill>
                    <a:srgbClr val="272525"/>
                  </a:solidFill>
                  <a:latin typeface="Arial Rounded MT Bold" panose="020F0704030504030204" pitchFamily="34" charset="0"/>
                  <a:ea typeface="adonis-web" pitchFamily="34" charset="-122"/>
                  <a:cs typeface="Poppins" panose="00000500000000000000" pitchFamily="2" charset="0"/>
                </a:rPr>
                <a:t>10</a:t>
              </a:r>
            </a:p>
          </p:txBody>
        </p:sp>
      </p:grpSp>
      <p:sp>
        <p:nvSpPr>
          <p:cNvPr id="77" name="TextBox 76">
            <a:extLst>
              <a:ext uri="{FF2B5EF4-FFF2-40B4-BE49-F238E27FC236}">
                <a16:creationId xmlns:a16="http://schemas.microsoft.com/office/drawing/2014/main" id="{F6AFC302-28A9-4C46-8F05-D300D069941E}"/>
              </a:ext>
            </a:extLst>
          </p:cNvPr>
          <p:cNvSpPr txBox="1"/>
          <p:nvPr/>
        </p:nvSpPr>
        <p:spPr>
          <a:xfrm>
            <a:off x="7571180" y="5415197"/>
            <a:ext cx="36576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Team Members</a:t>
            </a:r>
          </a:p>
        </p:txBody>
      </p:sp>
    </p:spTree>
    <p:extLst>
      <p:ext uri="{BB962C8B-B14F-4D97-AF65-F5344CB8AC3E}">
        <p14:creationId xmlns:p14="http://schemas.microsoft.com/office/powerpoint/2010/main" val="2620144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488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7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976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156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"/>
                                        <p:tgtEl>
                                          <p:spTgt spid="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36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62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792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"/>
                                        <p:tgtEl>
                                          <p:spTgt spid="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8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"/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236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"/>
                                        <p:tgtEl>
                                          <p:spTgt spid="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56" grpId="0" build="allAtOnce"/>
      <p:bldP spid="57" grpId="0" build="allAtOnce"/>
      <p:bldP spid="58" grpId="0" build="allAtOnce"/>
      <p:bldP spid="59" grpId="0" build="allAtOnce"/>
      <p:bldP spid="60" grpId="0" build="allAtOnce"/>
      <p:bldP spid="61" grpId="0" build="allAtOnce"/>
      <p:bldP spid="62" grpId="0" build="allAtOnce"/>
      <p:bldP spid="69" grpId="0" build="allAtOnce"/>
      <p:bldP spid="77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0BF8BBCD-E0C8-78BC-9D28-F8A5096A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0B047B6-140E-4F43-92BF-349403767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1E78719-A726-D2B0-D426-B77EA0DAB61E}"/>
              </a:ext>
            </a:extLst>
          </p:cNvPr>
          <p:cNvSpPr txBox="1"/>
          <p:nvPr/>
        </p:nvSpPr>
        <p:spPr>
          <a:xfrm>
            <a:off x="1244273" y="2534892"/>
            <a:ext cx="6546665" cy="378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333" b="1" dirty="0">
                <a:latin typeface="Poppins" panose="00000500000000000000" pitchFamily="2" charset="0"/>
                <a:cs typeface="Poppins" panose="00000500000000000000" pitchFamily="2" charset="0"/>
              </a:rPr>
              <a:t>01</a:t>
            </a:r>
          </a:p>
          <a:p>
            <a:r>
              <a:rPr lang="en-US" sz="5333" dirty="0">
                <a:latin typeface="Poppins" panose="00000500000000000000" pitchFamily="2" charset="0"/>
                <a:cs typeface="Poppins" panose="00000500000000000000" pitchFamily="2" charset="0"/>
              </a:rPr>
              <a:t>Introduction</a:t>
            </a:r>
          </a:p>
          <a:p>
            <a:endParaRPr lang="en-US" sz="9333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0FF97C9-A574-478B-A754-38380BD62A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901239" y="1534161"/>
            <a:ext cx="4431721" cy="5374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094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0BF8BBCD-E0C8-78BC-9D28-F8A5096A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0B047B6-140E-4F43-92BF-349403767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4DFF688-A398-47AF-87B2-2E41170611DF}"/>
              </a:ext>
            </a:extLst>
          </p:cNvPr>
          <p:cNvSpPr txBox="1"/>
          <p:nvPr/>
        </p:nvSpPr>
        <p:spPr>
          <a:xfrm>
            <a:off x="836190" y="2921168"/>
            <a:ext cx="681429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9966FF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The skin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, the body's largest organ, provides a  barrier against pathogens, UV light, chemicals, and physical injury.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7E60A1B-9C04-4C26-9357-5FAF3A8B49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55479" y="1534161"/>
            <a:ext cx="4431721" cy="53746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CB0C6FC-9A83-442F-87EE-17355FCE4FD6}"/>
              </a:ext>
            </a:extLst>
          </p:cNvPr>
          <p:cNvSpPr txBox="1"/>
          <p:nvPr/>
        </p:nvSpPr>
        <p:spPr>
          <a:xfrm>
            <a:off x="836190" y="798653"/>
            <a:ext cx="681429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Introduction :- </a:t>
            </a:r>
          </a:p>
          <a:p>
            <a:r>
              <a:rPr lang="en-US" sz="2400" dirty="0">
                <a:solidFill>
                  <a:srgbClr val="9933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Skin – Definition</a:t>
            </a:r>
          </a:p>
        </p:txBody>
      </p:sp>
    </p:spTree>
    <p:extLst>
      <p:ext uri="{BB962C8B-B14F-4D97-AF65-F5344CB8AC3E}">
        <p14:creationId xmlns:p14="http://schemas.microsoft.com/office/powerpoint/2010/main" val="2491176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4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16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allAtOnce"/>
      <p:bldP spid="7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0BF8BBCD-E0C8-78BC-9D28-F8A5096A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0B047B6-140E-4F43-92BF-349403767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97E60A1B-9C04-4C26-9357-5FAF3A8B49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51879" y="2008611"/>
            <a:ext cx="4431721" cy="537464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6537030-9B24-471B-94F9-17E69477DD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70435" y="2585735"/>
            <a:ext cx="938947" cy="68517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C68D0A77-D505-4181-8039-C50B4798BA5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0442732">
            <a:off x="6963362" y="4073552"/>
            <a:ext cx="980313" cy="747696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77D5D03-0CEC-4BE7-81CF-F2E5BB6906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07860" y="2928324"/>
            <a:ext cx="981024" cy="46165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10B1E98-B1AF-4B86-898E-AAFD69D3746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395125">
            <a:off x="4618020" y="4319854"/>
            <a:ext cx="1000303" cy="661491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E0ED638-A2AF-4183-A221-E672D0842AB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159244" y="4386255"/>
            <a:ext cx="1277187" cy="127718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90A1DCD-171D-4A0A-A69F-A0CF407857E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909382" y="1671336"/>
            <a:ext cx="1214298" cy="121429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9FC8914-08E4-4840-94E8-11C1A1C04557}"/>
              </a:ext>
            </a:extLst>
          </p:cNvPr>
          <p:cNvSpPr txBox="1"/>
          <p:nvPr/>
        </p:nvSpPr>
        <p:spPr>
          <a:xfrm>
            <a:off x="3248065" y="3039228"/>
            <a:ext cx="1605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Normal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E254D92-6A22-4AA4-89D5-4157EA060CCF}"/>
              </a:ext>
            </a:extLst>
          </p:cNvPr>
          <p:cNvSpPr txBox="1"/>
          <p:nvPr/>
        </p:nvSpPr>
        <p:spPr>
          <a:xfrm>
            <a:off x="7770955" y="2903916"/>
            <a:ext cx="1605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Dry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144363-948A-40A8-8FD9-391089E23665}"/>
              </a:ext>
            </a:extLst>
          </p:cNvPr>
          <p:cNvSpPr txBox="1"/>
          <p:nvPr/>
        </p:nvSpPr>
        <p:spPr>
          <a:xfrm>
            <a:off x="7813757" y="5429502"/>
            <a:ext cx="1605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Combination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E4ABC5-CD09-48D8-BF0E-6892DDE48E50}"/>
              </a:ext>
            </a:extLst>
          </p:cNvPr>
          <p:cNvSpPr txBox="1"/>
          <p:nvPr/>
        </p:nvSpPr>
        <p:spPr>
          <a:xfrm>
            <a:off x="2995197" y="5660512"/>
            <a:ext cx="1605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Oily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02D14394-0FB1-4BAF-854D-1F2DD7BE06D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3364213" y="1691562"/>
            <a:ext cx="1309387" cy="1309387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DC957B1-6EF6-414C-962B-9EBAD29A07E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022950" y="4383656"/>
            <a:ext cx="1157372" cy="109950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188233A-8286-40DA-8C01-D5B7B1F03160}"/>
              </a:ext>
            </a:extLst>
          </p:cNvPr>
          <p:cNvSpPr txBox="1"/>
          <p:nvPr/>
        </p:nvSpPr>
        <p:spPr>
          <a:xfrm>
            <a:off x="836190" y="367335"/>
            <a:ext cx="681429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Introduction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| 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Cont.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:- </a:t>
            </a:r>
          </a:p>
          <a:p>
            <a:r>
              <a:rPr lang="en-US" sz="2400" dirty="0">
                <a:solidFill>
                  <a:srgbClr val="9933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Skin – Types</a:t>
            </a:r>
          </a:p>
        </p:txBody>
      </p:sp>
    </p:spTree>
    <p:extLst>
      <p:ext uri="{BB962C8B-B14F-4D97-AF65-F5344CB8AC3E}">
        <p14:creationId xmlns:p14="http://schemas.microsoft.com/office/powerpoint/2010/main" val="4293810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2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24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24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74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104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324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24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0BF8BBCD-E0C8-78BC-9D28-F8A5096A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0B047B6-140E-4F43-92BF-349403767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63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B18B1C5-21F9-4CEF-97B1-887B9B5874F2}"/>
              </a:ext>
            </a:extLst>
          </p:cNvPr>
          <p:cNvSpPr txBox="1"/>
          <p:nvPr/>
        </p:nvSpPr>
        <p:spPr>
          <a:xfrm>
            <a:off x="836190" y="367335"/>
            <a:ext cx="681429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Introduction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| 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Cont.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:- </a:t>
            </a:r>
          </a:p>
          <a:p>
            <a:r>
              <a:rPr lang="en-US" sz="2400" dirty="0">
                <a:solidFill>
                  <a:srgbClr val="9933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Skin – Medical Problems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ECD873-045C-4419-943D-FF9CA61FCB2B}"/>
              </a:ext>
            </a:extLst>
          </p:cNvPr>
          <p:cNvSpPr txBox="1"/>
          <p:nvPr/>
        </p:nvSpPr>
        <p:spPr>
          <a:xfrm>
            <a:off x="3750029" y="6344670"/>
            <a:ext cx="46919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9933FF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https://www.aad.org/media/stats-numbers</a:t>
            </a:r>
            <a:endParaRPr lang="en-US" sz="1400" dirty="0">
              <a:solidFill>
                <a:srgbClr val="9933FF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AB0DAD9-99D5-47D0-86B7-02491A5787A4}"/>
              </a:ext>
            </a:extLst>
          </p:cNvPr>
          <p:cNvGrpSpPr/>
          <p:nvPr/>
        </p:nvGrpSpPr>
        <p:grpSpPr>
          <a:xfrm>
            <a:off x="5029583" y="1525544"/>
            <a:ext cx="2301522" cy="2301522"/>
            <a:chOff x="4679818" y="1114057"/>
            <a:chExt cx="2000946" cy="200094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6C989D2-9D72-4B4E-9776-D8AA1AF84FFA}"/>
                </a:ext>
              </a:extLst>
            </p:cNvPr>
            <p:cNvSpPr/>
            <p:nvPr/>
          </p:nvSpPr>
          <p:spPr>
            <a:xfrm>
              <a:off x="4679818" y="1114057"/>
              <a:ext cx="2000946" cy="2000946"/>
            </a:xfrm>
            <a:prstGeom prst="ellipse">
              <a:avLst/>
            </a:prstGeom>
            <a:solidFill>
              <a:srgbClr val="FAB0E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FC9EF9B1-E2A0-464D-AA38-D41A27CC316A}"/>
                </a:ext>
              </a:extLst>
            </p:cNvPr>
            <p:cNvSpPr txBox="1"/>
            <p:nvPr/>
          </p:nvSpPr>
          <p:spPr>
            <a:xfrm>
              <a:off x="4902997" y="1795653"/>
              <a:ext cx="1554587" cy="6154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000" b="1" dirty="0">
                  <a:latin typeface="Poppins" panose="00000500000000000000" pitchFamily="2" charset="0"/>
                  <a:cs typeface="Poppins" panose="00000500000000000000" pitchFamily="2" charset="0"/>
                </a:rPr>
                <a:t>Acne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926AC00-A82E-49B7-844B-D5EB148E0CE0}"/>
              </a:ext>
            </a:extLst>
          </p:cNvPr>
          <p:cNvGrpSpPr/>
          <p:nvPr/>
        </p:nvGrpSpPr>
        <p:grpSpPr>
          <a:xfrm>
            <a:off x="7639086" y="3353646"/>
            <a:ext cx="1763484" cy="1530288"/>
            <a:chOff x="4779871" y="3199548"/>
            <a:chExt cx="1763484" cy="1530288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2251C2E-449C-4BF0-821B-A0994926436F}"/>
                </a:ext>
              </a:extLst>
            </p:cNvPr>
            <p:cNvSpPr/>
            <p:nvPr/>
          </p:nvSpPr>
          <p:spPr>
            <a:xfrm>
              <a:off x="4896469" y="3199548"/>
              <a:ext cx="1530288" cy="1530288"/>
            </a:xfrm>
            <a:prstGeom prst="ellipse">
              <a:avLst/>
            </a:prstGeom>
            <a:solidFill>
              <a:srgbClr val="B5B3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65177B0-2454-43CB-A577-045D09AFD0C3}"/>
                </a:ext>
              </a:extLst>
            </p:cNvPr>
            <p:cNvSpPr txBox="1"/>
            <p:nvPr/>
          </p:nvSpPr>
          <p:spPr>
            <a:xfrm>
              <a:off x="4779871" y="3721245"/>
              <a:ext cx="1763484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Poppins" panose="00000500000000000000" pitchFamily="2" charset="0"/>
                  <a:cs typeface="Poppins" panose="00000500000000000000" pitchFamily="2" charset="0"/>
                </a:rPr>
                <a:t>Eczema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4CE52ACC-2A04-42D7-811A-E5B8DA8BD77F}"/>
              </a:ext>
            </a:extLst>
          </p:cNvPr>
          <p:cNvGrpSpPr/>
          <p:nvPr/>
        </p:nvGrpSpPr>
        <p:grpSpPr>
          <a:xfrm>
            <a:off x="2789430" y="3332183"/>
            <a:ext cx="1932172" cy="1527048"/>
            <a:chOff x="7271105" y="4126504"/>
            <a:chExt cx="1932172" cy="1527048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43E1185-198C-4073-8E35-01F1E26F084E}"/>
                </a:ext>
              </a:extLst>
            </p:cNvPr>
            <p:cNvSpPr/>
            <p:nvPr/>
          </p:nvSpPr>
          <p:spPr>
            <a:xfrm>
              <a:off x="7473667" y="4126504"/>
              <a:ext cx="1527048" cy="1527048"/>
            </a:xfrm>
            <a:prstGeom prst="ellipse">
              <a:avLst/>
            </a:prstGeom>
            <a:solidFill>
              <a:srgbClr val="B5B3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C2A8284-F117-4101-B833-834D86D3FB2C}"/>
                </a:ext>
              </a:extLst>
            </p:cNvPr>
            <p:cNvSpPr txBox="1"/>
            <p:nvPr/>
          </p:nvSpPr>
          <p:spPr>
            <a:xfrm>
              <a:off x="7271105" y="4674584"/>
              <a:ext cx="1932172" cy="4770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latin typeface="Poppins" panose="00000500000000000000" pitchFamily="2" charset="0"/>
                  <a:cs typeface="Poppins" panose="00000500000000000000" pitchFamily="2" charset="0"/>
                </a:rPr>
                <a:t>Rosacea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11888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2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4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4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4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96F69CA8-9A33-6438-88D0-EA8C9736B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516DD932-3FC8-4E41-9C13-5E8967CBF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0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Google Shape;474;p20">
            <a:extLst>
              <a:ext uri="{FF2B5EF4-FFF2-40B4-BE49-F238E27FC236}">
                <a16:creationId xmlns:a16="http://schemas.microsoft.com/office/drawing/2014/main" id="{F2B5DE87-F9FF-4A5F-A13D-2079609F9404}"/>
              </a:ext>
            </a:extLst>
          </p:cNvPr>
          <p:cNvSpPr txBox="1"/>
          <p:nvPr/>
        </p:nvSpPr>
        <p:spPr>
          <a:xfrm>
            <a:off x="4402770" y="5828508"/>
            <a:ext cx="3386460" cy="1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1600" dirty="0">
                <a:latin typeface="Poppins" panose="00000500000000000000" pitchFamily="2" charset="0"/>
                <a:ea typeface="Roboto"/>
                <a:cs typeface="Poppins" panose="00000500000000000000" pitchFamily="2" charset="0"/>
                <a:sym typeface="Roboto"/>
              </a:rPr>
              <a:t>What are the </a:t>
            </a:r>
            <a:r>
              <a:rPr lang="en-US" sz="1600" b="1" dirty="0">
                <a:latin typeface="Poppins" panose="00000500000000000000" pitchFamily="2" charset="0"/>
                <a:ea typeface="Roboto"/>
                <a:cs typeface="Poppins" panose="00000500000000000000" pitchFamily="2" charset="0"/>
                <a:sym typeface="Roboto"/>
              </a:rPr>
              <a:t>problems</a:t>
            </a:r>
            <a:r>
              <a:rPr lang="en-US" sz="1600" dirty="0">
                <a:latin typeface="Poppins" panose="00000500000000000000" pitchFamily="2" charset="0"/>
                <a:ea typeface="Roboto"/>
                <a:cs typeface="Poppins" panose="00000500000000000000" pitchFamily="2" charset="0"/>
                <a:sym typeface="Roboto"/>
              </a:rPr>
              <a:t> that you are facing?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DCE8EB48-8A4A-4C23-BCB8-3E1B140007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5688299"/>
              </p:ext>
            </p:extLst>
          </p:nvPr>
        </p:nvGraphicFramePr>
        <p:xfrm>
          <a:off x="8901694" y="2356529"/>
          <a:ext cx="2743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29D0485-C8B6-491E-8ABF-A9FF29729DFD}"/>
              </a:ext>
            </a:extLst>
          </p:cNvPr>
          <p:cNvSpPr txBox="1"/>
          <p:nvPr/>
        </p:nvSpPr>
        <p:spPr>
          <a:xfrm>
            <a:off x="9375692" y="3428047"/>
            <a:ext cx="1795204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6A8ED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85.7%</a:t>
            </a:r>
          </a:p>
          <a:p>
            <a:pPr algn="ctr"/>
            <a:r>
              <a:rPr lang="en-US" sz="1500" dirty="0">
                <a:latin typeface="Poppins" panose="00000500000000000000" pitchFamily="2" charset="0"/>
                <a:cs typeface="Poppins" panose="00000500000000000000" pitchFamily="2" charset="0"/>
              </a:rPr>
              <a:t>Acne</a:t>
            </a:r>
          </a:p>
        </p:txBody>
      </p:sp>
      <p:graphicFrame>
        <p:nvGraphicFramePr>
          <p:cNvPr id="16" name="Chart 15">
            <a:extLst>
              <a:ext uri="{FF2B5EF4-FFF2-40B4-BE49-F238E27FC236}">
                <a16:creationId xmlns:a16="http://schemas.microsoft.com/office/drawing/2014/main" id="{4F8A38CE-3D26-44E6-947F-2B9C4BBE79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67135831"/>
              </p:ext>
            </p:extLst>
          </p:nvPr>
        </p:nvGraphicFramePr>
        <p:xfrm>
          <a:off x="4886512" y="2356529"/>
          <a:ext cx="2743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B8C968C-D3F8-407B-8B21-571F99AFE370}"/>
              </a:ext>
            </a:extLst>
          </p:cNvPr>
          <p:cNvSpPr txBox="1"/>
          <p:nvPr/>
        </p:nvSpPr>
        <p:spPr>
          <a:xfrm>
            <a:off x="5224294" y="3428047"/>
            <a:ext cx="206763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39.8%</a:t>
            </a:r>
          </a:p>
          <a:p>
            <a:pPr algn="ctr"/>
            <a:r>
              <a:rPr lang="en-US" sz="1450" dirty="0">
                <a:latin typeface="Poppins" panose="00000500000000000000" pitchFamily="2" charset="0"/>
                <a:cs typeface="Poppins" panose="00000500000000000000" pitchFamily="2" charset="0"/>
              </a:rPr>
              <a:t>Hyperpigmentation</a:t>
            </a:r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BF7DB51D-E9C1-4194-A114-0C93FF1FD5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0060252"/>
              </p:ext>
            </p:extLst>
          </p:nvPr>
        </p:nvGraphicFramePr>
        <p:xfrm>
          <a:off x="1028336" y="2356529"/>
          <a:ext cx="2743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8688C31C-2272-4C43-AFA9-DFCF0E8A8BDE}"/>
              </a:ext>
            </a:extLst>
          </p:cNvPr>
          <p:cNvSpPr txBox="1"/>
          <p:nvPr/>
        </p:nvSpPr>
        <p:spPr>
          <a:xfrm>
            <a:off x="1434335" y="3428047"/>
            <a:ext cx="193120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B40C84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33.2%</a:t>
            </a:r>
          </a:p>
          <a:p>
            <a:pPr algn="ctr"/>
            <a:r>
              <a:rPr lang="en-US" sz="1500" dirty="0">
                <a:latin typeface="Poppins" panose="00000500000000000000" pitchFamily="2" charset="0"/>
                <a:cs typeface="Poppins" panose="00000500000000000000" pitchFamily="2" charset="0"/>
              </a:rPr>
              <a:t>Pores</a:t>
            </a:r>
          </a:p>
        </p:txBody>
      </p:sp>
      <p:sp>
        <p:nvSpPr>
          <p:cNvPr id="24" name="Google Shape;2186;p40">
            <a:extLst>
              <a:ext uri="{FF2B5EF4-FFF2-40B4-BE49-F238E27FC236}">
                <a16:creationId xmlns:a16="http://schemas.microsoft.com/office/drawing/2014/main" id="{9ADC0EF9-9803-4424-91C9-47E05C879E54}"/>
              </a:ext>
            </a:extLst>
          </p:cNvPr>
          <p:cNvSpPr txBox="1"/>
          <p:nvPr/>
        </p:nvSpPr>
        <p:spPr>
          <a:xfrm>
            <a:off x="4632960" y="1219200"/>
            <a:ext cx="3078216" cy="115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3400" b="1" dirty="0">
                <a:latin typeface="Poppins" panose="00000500000000000000" pitchFamily="2" charset="0"/>
                <a:cs typeface="Poppins" panose="00000500000000000000" pitchFamily="2" charset="0"/>
                <a:sym typeface="Fira Sans Extra Condensed Medium"/>
              </a:rPr>
              <a:t>Our Survey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B8F131-BF26-430F-A87E-6450D209622F}"/>
              </a:ext>
            </a:extLst>
          </p:cNvPr>
          <p:cNvSpPr txBox="1"/>
          <p:nvPr/>
        </p:nvSpPr>
        <p:spPr>
          <a:xfrm>
            <a:off x="892098" y="356839"/>
            <a:ext cx="6758382" cy="903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Introduction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| </a:t>
            </a:r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</a:rPr>
              <a:t>Cont.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:- </a:t>
            </a:r>
          </a:p>
          <a:p>
            <a:r>
              <a:rPr lang="en-US" sz="2400" dirty="0">
                <a:solidFill>
                  <a:schemeClr val="bg2">
                    <a:lumMod val="2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Skin – Medical Problems</a:t>
            </a:r>
          </a:p>
        </p:txBody>
      </p:sp>
      <p:sp>
        <p:nvSpPr>
          <p:cNvPr id="34" name="Google Shape;2186;p40">
            <a:extLst>
              <a:ext uri="{FF2B5EF4-FFF2-40B4-BE49-F238E27FC236}">
                <a16:creationId xmlns:a16="http://schemas.microsoft.com/office/drawing/2014/main" id="{99393953-6FD4-443A-B1AB-9434676F0587}"/>
              </a:ext>
            </a:extLst>
          </p:cNvPr>
          <p:cNvSpPr txBox="1"/>
          <p:nvPr/>
        </p:nvSpPr>
        <p:spPr>
          <a:xfrm>
            <a:off x="4037701" y="4976890"/>
            <a:ext cx="4268734" cy="11547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  <a:sym typeface="Fira Sans Extra Condensed Medium"/>
              </a:rPr>
              <a:t>Total | </a:t>
            </a:r>
            <a:r>
              <a:rPr lang="en-US" sz="3400" b="1" dirty="0">
                <a:solidFill>
                  <a:srgbClr val="9933FF"/>
                </a:solidFill>
                <a:latin typeface="Poppins" panose="00000500000000000000" pitchFamily="2" charset="0"/>
                <a:cs typeface="Poppins" panose="00000500000000000000" pitchFamily="2" charset="0"/>
                <a:sym typeface="Fira Sans Extra Condensed Medium"/>
              </a:rPr>
              <a:t>600</a:t>
            </a:r>
            <a:r>
              <a:rPr lang="en-US" sz="2800" b="1" dirty="0">
                <a:solidFill>
                  <a:srgbClr val="9933FF"/>
                </a:solidFill>
                <a:latin typeface="Poppins" panose="00000500000000000000" pitchFamily="2" charset="0"/>
                <a:cs typeface="Poppins" panose="00000500000000000000" pitchFamily="2" charset="0"/>
                <a:sym typeface="Fira Sans Extra Condensed Medium"/>
              </a:rPr>
              <a:t> </a:t>
            </a:r>
            <a:r>
              <a:rPr lang="en-US" sz="2800" dirty="0">
                <a:latin typeface="Poppins" panose="00000500000000000000" pitchFamily="2" charset="0"/>
                <a:cs typeface="Poppins" panose="00000500000000000000" pitchFamily="2" charset="0"/>
                <a:sym typeface="Fira Sans Extra Condensed Medium"/>
              </a:rPr>
              <a:t>Person</a:t>
            </a:r>
          </a:p>
        </p:txBody>
      </p:sp>
    </p:spTree>
    <p:extLst>
      <p:ext uri="{BB962C8B-B14F-4D97-AF65-F5344CB8AC3E}">
        <p14:creationId xmlns:p14="http://schemas.microsoft.com/office/powerpoint/2010/main" val="32890850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2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300"/>
                                        <p:tgtEl>
                                          <p:spTgt spid="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300"/>
                                        <p:tgtEl>
                                          <p:spTgt spid="7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3" dur="300"/>
                                        <p:tgtEl>
                                          <p:spTgt spid="16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300"/>
                                        <p:tgtEl>
                                          <p:spTgt spid="16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300"/>
                                        <p:tgtEl>
                                          <p:spTgt spid="17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300"/>
                                        <p:tgtEl>
                                          <p:spTgt spid="17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792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202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482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Graphic spid="7" grpId="0">
        <p:bldSub>
          <a:bldChart bld="series"/>
        </p:bldSub>
      </p:bldGraphic>
      <p:bldP spid="11" grpId="0"/>
      <p:bldGraphic spid="16" grpId="0">
        <p:bldSub>
          <a:bldChart bld="series"/>
        </p:bldSub>
      </p:bldGraphic>
      <p:bldP spid="12" grpId="0"/>
      <p:bldGraphic spid="17" grpId="0">
        <p:bldSub>
          <a:bldChart bld="series"/>
        </p:bldSub>
      </p:bldGraphic>
      <p:bldP spid="18" grpId="0"/>
      <p:bldP spid="24" grpId="0"/>
      <p:bldP spid="27" grpId="0" build="allAtOnce"/>
      <p:bldP spid="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AF1A91C1-D340-A78B-FBAF-E4DAB4759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7B4B5C69-93AC-43BC-8475-06D4A1918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9" name="Google Shape;581;p21">
            <a:extLst>
              <a:ext uri="{FF2B5EF4-FFF2-40B4-BE49-F238E27FC236}">
                <a16:creationId xmlns:a16="http://schemas.microsoft.com/office/drawing/2014/main" id="{900AD086-F159-C851-D706-4D5BB807784B}"/>
              </a:ext>
            </a:extLst>
          </p:cNvPr>
          <p:cNvSpPr txBox="1"/>
          <p:nvPr/>
        </p:nvSpPr>
        <p:spPr>
          <a:xfrm>
            <a:off x="2748077" y="462248"/>
            <a:ext cx="6695847" cy="83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3000" b="1" dirty="0">
                <a:latin typeface="Poppins" panose="00000500000000000000" pitchFamily="2" charset="0"/>
                <a:cs typeface="Poppins" panose="00000500000000000000" pitchFamily="2" charset="0"/>
                <a:sym typeface="Fira Sans Extra Condensed Medium"/>
              </a:rPr>
              <a:t>Acne Types and Severity</a:t>
            </a:r>
            <a:endParaRPr sz="3000" b="1" dirty="0">
              <a:latin typeface="Poppins" panose="00000500000000000000" pitchFamily="2" charset="0"/>
              <a:cs typeface="Poppins" panose="00000500000000000000" pitchFamily="2" charset="0"/>
              <a:sym typeface="Fira Sans Extra Condensed Medium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93DA726-E9AA-4F0D-9E5B-38B90FD5D44C}"/>
              </a:ext>
            </a:extLst>
          </p:cNvPr>
          <p:cNvGrpSpPr/>
          <p:nvPr/>
        </p:nvGrpSpPr>
        <p:grpSpPr>
          <a:xfrm>
            <a:off x="1079269" y="2339911"/>
            <a:ext cx="1374094" cy="1639250"/>
            <a:chOff x="2313709" y="2339911"/>
            <a:chExt cx="1374094" cy="1639250"/>
          </a:xfrm>
        </p:grpSpPr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C5C7AB1F-F18D-4253-B4C5-28FC2A69447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463832" y="2339911"/>
              <a:ext cx="1073849" cy="1073849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46276BD-C3F8-4737-8F6E-011BE95F557B}"/>
                </a:ext>
              </a:extLst>
            </p:cNvPr>
            <p:cNvSpPr txBox="1"/>
            <p:nvPr/>
          </p:nvSpPr>
          <p:spPr>
            <a:xfrm>
              <a:off x="2313709" y="3640607"/>
              <a:ext cx="137409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Poppins" panose="00000500000000000000" pitchFamily="2" charset="0"/>
                  <a:cs typeface="Poppins" panose="00000500000000000000" pitchFamily="2" charset="0"/>
                </a:rPr>
                <a:t>Blackheads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1C89E82-F86B-422E-8F79-4919F78A7601}"/>
              </a:ext>
            </a:extLst>
          </p:cNvPr>
          <p:cNvGrpSpPr/>
          <p:nvPr/>
        </p:nvGrpSpPr>
        <p:grpSpPr>
          <a:xfrm>
            <a:off x="2477804" y="2338355"/>
            <a:ext cx="1412566" cy="1640806"/>
            <a:chOff x="4367564" y="2338355"/>
            <a:chExt cx="1412566" cy="1640806"/>
          </a:xfrm>
        </p:grpSpPr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4B530A87-FCB9-4364-B044-1164DBBAE8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516131" y="2338355"/>
              <a:ext cx="1076960" cy="1076960"/>
            </a:xfrm>
            <a:prstGeom prst="rect">
              <a:avLst/>
            </a:prstGeom>
          </p:spPr>
        </p:pic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E05D8D7-5385-48AF-8A19-820A139AD262}"/>
                </a:ext>
              </a:extLst>
            </p:cNvPr>
            <p:cNvSpPr txBox="1"/>
            <p:nvPr/>
          </p:nvSpPr>
          <p:spPr>
            <a:xfrm>
              <a:off x="4367564" y="3640607"/>
              <a:ext cx="14125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Poppins" panose="00000500000000000000" pitchFamily="2" charset="0"/>
                  <a:cs typeface="Poppins" panose="00000500000000000000" pitchFamily="2" charset="0"/>
                </a:rPr>
                <a:t>Whiteheads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A7A52BF-DF57-400B-A27E-E3D286E821CA}"/>
              </a:ext>
            </a:extLst>
          </p:cNvPr>
          <p:cNvGrpSpPr/>
          <p:nvPr/>
        </p:nvGrpSpPr>
        <p:grpSpPr>
          <a:xfrm>
            <a:off x="5408953" y="2339911"/>
            <a:ext cx="1374095" cy="1885471"/>
            <a:chOff x="6440654" y="2339911"/>
            <a:chExt cx="1374095" cy="1885471"/>
          </a:xfrm>
        </p:grpSpPr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830138AA-4F13-45E9-901C-ED546096FD5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571541" y="2339911"/>
              <a:ext cx="1073849" cy="1073849"/>
            </a:xfrm>
            <a:prstGeom prst="rect">
              <a:avLst/>
            </a:prstGeom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EE56C5F-F439-4AF8-B50F-1477838CBD8C}"/>
                </a:ext>
              </a:extLst>
            </p:cNvPr>
            <p:cNvSpPr txBox="1"/>
            <p:nvPr/>
          </p:nvSpPr>
          <p:spPr>
            <a:xfrm>
              <a:off x="6440654" y="3640607"/>
              <a:ext cx="137409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Poppins" panose="00000500000000000000" pitchFamily="2" charset="0"/>
                  <a:cs typeface="Poppins" panose="00000500000000000000" pitchFamily="2" charset="0"/>
                </a:rPr>
                <a:t>Papules &amp; Pustules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260921A7-9E76-4D16-A924-00E99F14017F}"/>
              </a:ext>
            </a:extLst>
          </p:cNvPr>
          <p:cNvGrpSpPr/>
          <p:nvPr/>
        </p:nvGrpSpPr>
        <p:grpSpPr>
          <a:xfrm>
            <a:off x="8819600" y="2324671"/>
            <a:ext cx="1840568" cy="1654490"/>
            <a:chOff x="8255720" y="2324671"/>
            <a:chExt cx="1840568" cy="1654490"/>
          </a:xfrm>
        </p:grpSpPr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1D4D8C7B-9F20-454A-B0C6-C1CA0FCDD2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623840" y="2324671"/>
              <a:ext cx="1104329" cy="1104329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677964B-9C7A-4B31-A331-5271FC0904AC}"/>
                </a:ext>
              </a:extLst>
            </p:cNvPr>
            <p:cNvSpPr txBox="1"/>
            <p:nvPr/>
          </p:nvSpPr>
          <p:spPr>
            <a:xfrm>
              <a:off x="8255720" y="3640607"/>
              <a:ext cx="184056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>
                  <a:latin typeface="Poppins" panose="00000500000000000000" pitchFamily="2" charset="0"/>
                  <a:cs typeface="Poppins" panose="00000500000000000000" pitchFamily="2" charset="0"/>
                </a:rPr>
                <a:t>Cysts &amp; Nodules</a:t>
              </a:r>
            </a:p>
          </p:txBody>
        </p:sp>
      </p:grp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BBBF58A2-CFF3-44F0-8BCB-AAF3B05E3F9F}"/>
              </a:ext>
            </a:extLst>
          </p:cNvPr>
          <p:cNvSpPr/>
          <p:nvPr/>
        </p:nvSpPr>
        <p:spPr>
          <a:xfrm>
            <a:off x="2463832" y="4667597"/>
            <a:ext cx="7336873" cy="257694"/>
          </a:xfrm>
          <a:prstGeom prst="rightArrow">
            <a:avLst/>
          </a:prstGeom>
          <a:gradFill>
            <a:gsLst>
              <a:gs pos="0">
                <a:srgbClr val="9966FF">
                  <a:alpha val="10000"/>
                </a:srgbClr>
              </a:gs>
              <a:gs pos="80000">
                <a:srgbClr val="9966FF">
                  <a:alpha val="75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10ED146-43E3-4798-9264-E8C392729771}"/>
              </a:ext>
            </a:extLst>
          </p:cNvPr>
          <p:cNvSpPr txBox="1"/>
          <p:nvPr/>
        </p:nvSpPr>
        <p:spPr>
          <a:xfrm>
            <a:off x="2119827" y="5080026"/>
            <a:ext cx="688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Mild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CB40732-5E07-4169-AA36-C9E9CC8F2D11}"/>
              </a:ext>
            </a:extLst>
          </p:cNvPr>
          <p:cNvSpPr txBox="1"/>
          <p:nvPr/>
        </p:nvSpPr>
        <p:spPr>
          <a:xfrm>
            <a:off x="9238625" y="5120640"/>
            <a:ext cx="1026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Severe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C82E5D-796A-4AA1-9EBE-0A26522AEC35}"/>
              </a:ext>
            </a:extLst>
          </p:cNvPr>
          <p:cNvSpPr txBox="1"/>
          <p:nvPr/>
        </p:nvSpPr>
        <p:spPr>
          <a:xfrm>
            <a:off x="5400587" y="5120640"/>
            <a:ext cx="1390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Moderate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C112F3-3035-48C8-A7D3-2466E67CFD3C}"/>
              </a:ext>
            </a:extLst>
          </p:cNvPr>
          <p:cNvSpPr/>
          <p:nvPr/>
        </p:nvSpPr>
        <p:spPr>
          <a:xfrm>
            <a:off x="1" y="11326606"/>
            <a:ext cx="2926080" cy="257227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166F95D-D036-4F2D-A6CF-15C3AFF7D4D2}"/>
              </a:ext>
            </a:extLst>
          </p:cNvPr>
          <p:cNvSpPr/>
          <p:nvPr/>
        </p:nvSpPr>
        <p:spPr>
          <a:xfrm>
            <a:off x="2925308" y="10607797"/>
            <a:ext cx="3035808" cy="3291084"/>
          </a:xfrm>
          <a:prstGeom prst="rect">
            <a:avLst/>
          </a:prstGeom>
          <a:solidFill>
            <a:srgbClr val="FBB7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F4D93AE-4C9A-4DD0-98A4-F9F25BE2FE57}"/>
              </a:ext>
            </a:extLst>
          </p:cNvPr>
          <p:cNvSpPr/>
          <p:nvPr/>
        </p:nvSpPr>
        <p:spPr>
          <a:xfrm>
            <a:off x="2925645" y="12100561"/>
            <a:ext cx="3035808" cy="3566916"/>
          </a:xfrm>
          <a:prstGeom prst="rect">
            <a:avLst/>
          </a:prstGeom>
          <a:solidFill>
            <a:srgbClr val="FBB7DB">
              <a:alpha val="3764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>
              <a:solidFill>
                <a:schemeClr val="accent3">
                  <a:lumMod val="9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4215C7F-391F-4E77-977C-C926EE86EEB2}"/>
              </a:ext>
            </a:extLst>
          </p:cNvPr>
          <p:cNvSpPr/>
          <p:nvPr/>
        </p:nvSpPr>
        <p:spPr>
          <a:xfrm>
            <a:off x="4470" y="9814561"/>
            <a:ext cx="2926080" cy="4285724"/>
          </a:xfrm>
          <a:prstGeom prst="rect">
            <a:avLst/>
          </a:prstGeom>
          <a:solidFill>
            <a:schemeClr val="accent1">
              <a:lumMod val="40000"/>
              <a:lumOff val="60000"/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676DBA1-9855-4260-8193-F598B010057B}"/>
              </a:ext>
            </a:extLst>
          </p:cNvPr>
          <p:cNvSpPr/>
          <p:nvPr/>
        </p:nvSpPr>
        <p:spPr>
          <a:xfrm>
            <a:off x="5948954" y="14234158"/>
            <a:ext cx="3137888" cy="2356959"/>
          </a:xfrm>
          <a:prstGeom prst="rect">
            <a:avLst/>
          </a:prstGeom>
          <a:solidFill>
            <a:srgbClr val="FFC0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823DC0A-07CA-49ED-BA53-F3E92FDCE015}"/>
              </a:ext>
            </a:extLst>
          </p:cNvPr>
          <p:cNvSpPr/>
          <p:nvPr/>
        </p:nvSpPr>
        <p:spPr>
          <a:xfrm>
            <a:off x="9082497" y="10656223"/>
            <a:ext cx="3108960" cy="5628723"/>
          </a:xfrm>
          <a:prstGeom prst="rect">
            <a:avLst/>
          </a:prstGeom>
          <a:solidFill>
            <a:srgbClr val="C5AE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CA60DA2-22AD-442C-9E2F-CE965C31A2D0}"/>
              </a:ext>
            </a:extLst>
          </p:cNvPr>
          <p:cNvSpPr/>
          <p:nvPr/>
        </p:nvSpPr>
        <p:spPr>
          <a:xfrm>
            <a:off x="9087513" y="15636239"/>
            <a:ext cx="3108960" cy="1320801"/>
          </a:xfrm>
          <a:prstGeom prst="rect">
            <a:avLst/>
          </a:prstGeom>
          <a:solidFill>
            <a:srgbClr val="C5AEDC">
              <a:alpha val="3764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5E102B2-4D17-4DB3-A6B7-81C0AC0298AA}"/>
              </a:ext>
            </a:extLst>
          </p:cNvPr>
          <p:cNvSpPr/>
          <p:nvPr/>
        </p:nvSpPr>
        <p:spPr>
          <a:xfrm>
            <a:off x="5943938" y="11347481"/>
            <a:ext cx="3142904" cy="4928838"/>
          </a:xfrm>
          <a:prstGeom prst="rect">
            <a:avLst/>
          </a:prstGeom>
          <a:solidFill>
            <a:srgbClr val="EBD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2121840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9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9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9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9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9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49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/>
      <p:bldP spid="51" grpId="0" animBg="1"/>
      <p:bldP spid="57" grpId="0"/>
      <p:bldP spid="58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4E60236B-F602-5FD5-4D50-4A0AEF932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E1E8825B-C3D7-4623-A28D-EDF79E60F1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08CFA8C7-A120-43BD-998D-BAC2918A2097}"/>
              </a:ext>
            </a:extLst>
          </p:cNvPr>
          <p:cNvSpPr/>
          <p:nvPr/>
        </p:nvSpPr>
        <p:spPr>
          <a:xfrm>
            <a:off x="5948954" y="-2"/>
            <a:ext cx="3137888" cy="2356959"/>
          </a:xfrm>
          <a:prstGeom prst="rect">
            <a:avLst/>
          </a:prstGeom>
          <a:solidFill>
            <a:srgbClr val="FFC0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A5B74D-866D-49F9-95A9-20416FCC5B7A}"/>
              </a:ext>
            </a:extLst>
          </p:cNvPr>
          <p:cNvSpPr/>
          <p:nvPr/>
        </p:nvSpPr>
        <p:spPr>
          <a:xfrm>
            <a:off x="1" y="4285726"/>
            <a:ext cx="2926080" cy="257227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DF7E2AD-196E-493A-B822-C8960ACAA641}"/>
              </a:ext>
            </a:extLst>
          </p:cNvPr>
          <p:cNvSpPr/>
          <p:nvPr/>
        </p:nvSpPr>
        <p:spPr>
          <a:xfrm>
            <a:off x="2925308" y="3566917"/>
            <a:ext cx="3035808" cy="3291084"/>
          </a:xfrm>
          <a:prstGeom prst="rect">
            <a:avLst/>
          </a:prstGeom>
          <a:solidFill>
            <a:srgbClr val="FBB7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EFCE1A2-8620-4B3A-BBD5-4D43B5E69619}"/>
              </a:ext>
            </a:extLst>
          </p:cNvPr>
          <p:cNvSpPr/>
          <p:nvPr/>
        </p:nvSpPr>
        <p:spPr>
          <a:xfrm>
            <a:off x="2925645" y="1"/>
            <a:ext cx="3035808" cy="3566916"/>
          </a:xfrm>
          <a:prstGeom prst="rect">
            <a:avLst/>
          </a:prstGeom>
          <a:solidFill>
            <a:srgbClr val="FBB7DB">
              <a:alpha val="3764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>
              <a:solidFill>
                <a:schemeClr val="accent3">
                  <a:lumMod val="90000"/>
                </a:schemeClr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B5460AD-9339-4C27-9083-97B3A9D73EAA}"/>
              </a:ext>
            </a:extLst>
          </p:cNvPr>
          <p:cNvSpPr/>
          <p:nvPr/>
        </p:nvSpPr>
        <p:spPr>
          <a:xfrm>
            <a:off x="4470" y="1"/>
            <a:ext cx="2926080" cy="4285724"/>
          </a:xfrm>
          <a:prstGeom prst="rect">
            <a:avLst/>
          </a:prstGeom>
          <a:solidFill>
            <a:schemeClr val="accent1">
              <a:lumMod val="40000"/>
              <a:lumOff val="60000"/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EEAD2FC-A62F-4546-8DBD-8D0CA948271A}"/>
              </a:ext>
            </a:extLst>
          </p:cNvPr>
          <p:cNvSpPr/>
          <p:nvPr/>
        </p:nvSpPr>
        <p:spPr>
          <a:xfrm>
            <a:off x="9082497" y="1237903"/>
            <a:ext cx="3108960" cy="5628723"/>
          </a:xfrm>
          <a:prstGeom prst="rect">
            <a:avLst/>
          </a:prstGeom>
          <a:solidFill>
            <a:srgbClr val="C5AE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368F3A9-0990-47DA-B294-34EBFEBE2F0B}"/>
              </a:ext>
            </a:extLst>
          </p:cNvPr>
          <p:cNvSpPr/>
          <p:nvPr/>
        </p:nvSpPr>
        <p:spPr>
          <a:xfrm>
            <a:off x="9087513" y="-1"/>
            <a:ext cx="3108960" cy="1320801"/>
          </a:xfrm>
          <a:prstGeom prst="rect">
            <a:avLst/>
          </a:prstGeom>
          <a:solidFill>
            <a:srgbClr val="C5AEDC">
              <a:alpha val="3764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A78D95E9-927D-47AB-B0DB-C31B845C0419}"/>
              </a:ext>
            </a:extLst>
          </p:cNvPr>
          <p:cNvGrpSpPr/>
          <p:nvPr/>
        </p:nvGrpSpPr>
        <p:grpSpPr>
          <a:xfrm>
            <a:off x="9088058" y="3745892"/>
            <a:ext cx="2877763" cy="1441233"/>
            <a:chOff x="3337208" y="1484043"/>
            <a:chExt cx="2158322" cy="1080925"/>
          </a:xfrm>
        </p:grpSpPr>
        <p:sp>
          <p:nvSpPr>
            <p:cNvPr id="37" name="Google Shape;2178;p40">
              <a:extLst>
                <a:ext uri="{FF2B5EF4-FFF2-40B4-BE49-F238E27FC236}">
                  <a16:creationId xmlns:a16="http://schemas.microsoft.com/office/drawing/2014/main" id="{B3699592-0DED-4D83-95E7-E1318499ACA2}"/>
                </a:ext>
              </a:extLst>
            </p:cNvPr>
            <p:cNvSpPr txBox="1"/>
            <p:nvPr/>
          </p:nvSpPr>
          <p:spPr>
            <a:xfrm>
              <a:off x="3337208" y="1841405"/>
              <a:ext cx="2158322" cy="7235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r">
                <a:buClr>
                  <a:srgbClr val="000000"/>
                </a:buClr>
                <a:buSzPts val="1100"/>
              </a:pPr>
              <a:r>
                <a:rPr lang="en-US" sz="1600" b="1" dirty="0">
                  <a:solidFill>
                    <a:schemeClr val="dk1"/>
                  </a:solidFill>
                  <a:latin typeface="Poppins" panose="00000500000000000000" pitchFamily="2" charset="0"/>
                  <a:ea typeface="Roboto"/>
                  <a:cs typeface="Poppins" panose="00000500000000000000" pitchFamily="2" charset="0"/>
                </a:rPr>
                <a:t>96%</a:t>
              </a:r>
              <a:r>
                <a:rPr lang="en-US" sz="1600" dirty="0">
                  <a:solidFill>
                    <a:schemeClr val="dk1"/>
                  </a:solidFill>
                  <a:latin typeface="Poppins" panose="00000500000000000000" pitchFamily="2" charset="0"/>
                  <a:ea typeface="Roboto"/>
                  <a:cs typeface="Poppins" panose="00000500000000000000" pitchFamily="2" charset="0"/>
                </a:rPr>
                <a:t> of people with Acne have reported feeling </a:t>
              </a:r>
              <a:r>
                <a:rPr lang="en-US" sz="1600" b="1" dirty="0">
                  <a:solidFill>
                    <a:schemeClr val="dk1"/>
                  </a:solidFill>
                  <a:latin typeface="Poppins" panose="00000500000000000000" pitchFamily="2" charset="0"/>
                  <a:ea typeface="Roboto"/>
                  <a:cs typeface="Poppins" panose="00000500000000000000" pitchFamily="2" charset="0"/>
                </a:rPr>
                <a:t>depressed</a:t>
              </a:r>
              <a:r>
                <a:rPr lang="en-US" sz="1600" dirty="0">
                  <a:solidFill>
                    <a:schemeClr val="dk1"/>
                  </a:solidFill>
                  <a:latin typeface="Poppins" panose="00000500000000000000" pitchFamily="2" charset="0"/>
                  <a:ea typeface="Roboto"/>
                  <a:cs typeface="Poppins" panose="00000500000000000000" pitchFamily="2" charset="0"/>
                </a:rPr>
                <a:t>.</a:t>
              </a:r>
              <a:endParaRPr sz="1600" dirty="0">
                <a:solidFill>
                  <a:schemeClr val="dk1"/>
                </a:solidFill>
                <a:latin typeface="Poppins" panose="00000500000000000000" pitchFamily="2" charset="0"/>
                <a:ea typeface="Roboto"/>
                <a:cs typeface="Poppins" panose="00000500000000000000" pitchFamily="2" charset="0"/>
                <a:sym typeface="Roboto"/>
              </a:endParaRPr>
            </a:p>
          </p:txBody>
        </p:sp>
        <p:sp>
          <p:nvSpPr>
            <p:cNvPr id="38" name="Google Shape;2178;p40">
              <a:extLst>
                <a:ext uri="{FF2B5EF4-FFF2-40B4-BE49-F238E27FC236}">
                  <a16:creationId xmlns:a16="http://schemas.microsoft.com/office/drawing/2014/main" id="{5E09FA15-7CB4-4A65-889D-FE3AFB52795D}"/>
                </a:ext>
              </a:extLst>
            </p:cNvPr>
            <p:cNvSpPr txBox="1"/>
            <p:nvPr/>
          </p:nvSpPr>
          <p:spPr>
            <a:xfrm>
              <a:off x="3831561" y="1484043"/>
              <a:ext cx="1663969" cy="345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r">
                <a:buClr>
                  <a:srgbClr val="000000"/>
                </a:buClr>
                <a:buSzPts val="1100"/>
              </a:pPr>
              <a:r>
                <a:rPr lang="en-US" sz="2667" b="1" dirty="0">
                  <a:solidFill>
                    <a:srgbClr val="F8E9FB"/>
                  </a:solidFill>
                  <a:latin typeface="Poppins" panose="00000500000000000000" pitchFamily="2" charset="0"/>
                  <a:ea typeface="Roboto"/>
                  <a:cs typeface="Poppins" panose="00000500000000000000" pitchFamily="2" charset="0"/>
                </a:rPr>
                <a:t>Depression</a:t>
              </a:r>
              <a:endParaRPr sz="2667" dirty="0">
                <a:solidFill>
                  <a:srgbClr val="F8E9FB"/>
                </a:solidFill>
                <a:latin typeface="Poppins" panose="00000500000000000000" pitchFamily="2" charset="0"/>
                <a:ea typeface="Roboto"/>
                <a:cs typeface="Poppins" panose="00000500000000000000" pitchFamily="2" charset="0"/>
                <a:sym typeface="Roboto"/>
              </a:endParaRPr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1AE78CF7-B5B4-4886-9D35-2C812A84F099}"/>
              </a:ext>
            </a:extLst>
          </p:cNvPr>
          <p:cNvSpPr txBox="1"/>
          <p:nvPr/>
        </p:nvSpPr>
        <p:spPr>
          <a:xfrm>
            <a:off x="9939651" y="2828723"/>
            <a:ext cx="1833713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333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96%</a:t>
            </a:r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E19A3CEC-771E-4440-881B-FC10ED68BF56}"/>
              </a:ext>
            </a:extLst>
          </p:cNvPr>
          <p:cNvGrpSpPr/>
          <p:nvPr/>
        </p:nvGrpSpPr>
        <p:grpSpPr>
          <a:xfrm>
            <a:off x="2987669" y="4708850"/>
            <a:ext cx="2877763" cy="1379915"/>
            <a:chOff x="4145307" y="2450520"/>
            <a:chExt cx="2158322" cy="1034936"/>
          </a:xfrm>
        </p:grpSpPr>
        <p:sp>
          <p:nvSpPr>
            <p:cNvPr id="46" name="Google Shape;2178;p40">
              <a:extLst>
                <a:ext uri="{FF2B5EF4-FFF2-40B4-BE49-F238E27FC236}">
                  <a16:creationId xmlns:a16="http://schemas.microsoft.com/office/drawing/2014/main" id="{DA72819E-69BC-4433-BD94-C47B4C2ED077}"/>
                </a:ext>
              </a:extLst>
            </p:cNvPr>
            <p:cNvSpPr txBox="1"/>
            <p:nvPr/>
          </p:nvSpPr>
          <p:spPr>
            <a:xfrm>
              <a:off x="4145307" y="2781356"/>
              <a:ext cx="2158322" cy="70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r">
                <a:buClr>
                  <a:srgbClr val="000000"/>
                </a:buClr>
                <a:buSzPts val="1100"/>
              </a:pPr>
              <a:r>
                <a:rPr lang="en-US" sz="1600" b="1" dirty="0">
                  <a:solidFill>
                    <a:schemeClr val="dk1"/>
                  </a:solidFill>
                  <a:latin typeface="Poppins" panose="00000500000000000000" pitchFamily="2" charset="0"/>
                  <a:ea typeface="Roboto"/>
                  <a:cs typeface="Poppins" panose="00000500000000000000" pitchFamily="2" charset="0"/>
                </a:rPr>
                <a:t>46%</a:t>
              </a:r>
              <a:r>
                <a:rPr lang="en-US" sz="1600" dirty="0">
                  <a:solidFill>
                    <a:schemeClr val="dk1"/>
                  </a:solidFill>
                  <a:latin typeface="Poppins" panose="00000500000000000000" pitchFamily="2" charset="0"/>
                  <a:ea typeface="Roboto"/>
                  <a:cs typeface="Poppins" panose="00000500000000000000" pitchFamily="2" charset="0"/>
                </a:rPr>
                <a:t> to develop self-esteem </a:t>
              </a:r>
              <a:r>
                <a:rPr lang="en-US" sz="1600" b="1" dirty="0">
                  <a:solidFill>
                    <a:schemeClr val="dk1"/>
                  </a:solidFill>
                  <a:latin typeface="Poppins" panose="00000500000000000000" pitchFamily="2" charset="0"/>
                  <a:ea typeface="Roboto"/>
                  <a:cs typeface="Poppins" panose="00000500000000000000" pitchFamily="2" charset="0"/>
                </a:rPr>
                <a:t>issues</a:t>
              </a:r>
              <a:r>
                <a:rPr lang="en-US" sz="1600" dirty="0">
                  <a:solidFill>
                    <a:schemeClr val="dk1"/>
                  </a:solidFill>
                  <a:latin typeface="Poppins" panose="00000500000000000000" pitchFamily="2" charset="0"/>
                  <a:ea typeface="Roboto"/>
                  <a:cs typeface="Poppins" panose="00000500000000000000" pitchFamily="2" charset="0"/>
                </a:rPr>
                <a:t> over their complexions</a:t>
              </a:r>
              <a:endParaRPr lang="en-US" sz="1600" dirty="0">
                <a:solidFill>
                  <a:schemeClr val="dk1"/>
                </a:solidFill>
                <a:latin typeface="Poppins" panose="00000500000000000000" pitchFamily="2" charset="0"/>
                <a:ea typeface="Roboto"/>
                <a:cs typeface="Poppins" panose="00000500000000000000" pitchFamily="2" charset="0"/>
                <a:sym typeface="Roboto"/>
              </a:endParaRPr>
            </a:p>
          </p:txBody>
        </p:sp>
        <p:sp>
          <p:nvSpPr>
            <p:cNvPr id="47" name="Google Shape;2178;p40">
              <a:extLst>
                <a:ext uri="{FF2B5EF4-FFF2-40B4-BE49-F238E27FC236}">
                  <a16:creationId xmlns:a16="http://schemas.microsoft.com/office/drawing/2014/main" id="{B2A52CE2-BEF9-4F5C-A5DC-BE707A35DCD4}"/>
                </a:ext>
              </a:extLst>
            </p:cNvPr>
            <p:cNvSpPr txBox="1"/>
            <p:nvPr/>
          </p:nvSpPr>
          <p:spPr>
            <a:xfrm>
              <a:off x="4450186" y="2450520"/>
              <a:ext cx="1853443" cy="345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r">
                <a:buClr>
                  <a:srgbClr val="000000"/>
                </a:buClr>
                <a:buSzPts val="1100"/>
              </a:pPr>
              <a:r>
                <a:rPr lang="en-US" sz="2667" b="1" dirty="0">
                  <a:solidFill>
                    <a:srgbClr val="E682B6"/>
                  </a:solidFill>
                  <a:latin typeface="Poppins" panose="00000500000000000000" pitchFamily="2" charset="0"/>
                  <a:ea typeface="Roboto"/>
                  <a:cs typeface="Poppins" panose="00000500000000000000" pitchFamily="2" charset="0"/>
                </a:rPr>
                <a:t>Self-esteem</a:t>
              </a:r>
              <a:endParaRPr sz="2667" dirty="0">
                <a:solidFill>
                  <a:srgbClr val="E682B6"/>
                </a:solidFill>
                <a:latin typeface="Poppins" panose="00000500000000000000" pitchFamily="2" charset="0"/>
                <a:ea typeface="Roboto"/>
                <a:cs typeface="Poppins" panose="00000500000000000000" pitchFamily="2" charset="0"/>
                <a:sym typeface="Roboto"/>
              </a:endParaRPr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54C6708-1A20-4F18-B222-7FFDB898B99B}"/>
              </a:ext>
            </a:extLst>
          </p:cNvPr>
          <p:cNvSpPr txBox="1"/>
          <p:nvPr/>
        </p:nvSpPr>
        <p:spPr>
          <a:xfrm>
            <a:off x="3745780" y="3839614"/>
            <a:ext cx="1833713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333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46%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655C974-B8B1-41B1-8F38-6BA05B520ABC}"/>
              </a:ext>
            </a:extLst>
          </p:cNvPr>
          <p:cNvSpPr txBox="1"/>
          <p:nvPr/>
        </p:nvSpPr>
        <p:spPr>
          <a:xfrm>
            <a:off x="684071" y="4296117"/>
            <a:ext cx="1833713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333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31%</a:t>
            </a:r>
          </a:p>
        </p:txBody>
      </p:sp>
      <p:sp>
        <p:nvSpPr>
          <p:cNvPr id="25" name="Google Shape;2186;p40">
            <a:extLst>
              <a:ext uri="{FF2B5EF4-FFF2-40B4-BE49-F238E27FC236}">
                <a16:creationId xmlns:a16="http://schemas.microsoft.com/office/drawing/2014/main" id="{1EB3E3A7-7411-7A1F-1F20-A86B80C0DD04}"/>
              </a:ext>
            </a:extLst>
          </p:cNvPr>
          <p:cNvSpPr txBox="1"/>
          <p:nvPr/>
        </p:nvSpPr>
        <p:spPr>
          <a:xfrm>
            <a:off x="3512215" y="219919"/>
            <a:ext cx="5167570" cy="736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  <a:sym typeface="Fira Sans Extra Condensed Medium"/>
              </a:rPr>
              <a:t>Consequences Of Acne</a:t>
            </a:r>
            <a:endParaRPr sz="3200" b="1" dirty="0">
              <a:latin typeface="Poppins" panose="00000500000000000000" pitchFamily="2" charset="0"/>
              <a:cs typeface="Poppins" panose="00000500000000000000" pitchFamily="2" charset="0"/>
              <a:sym typeface="Fira Sans Extra Condensed Medium"/>
            </a:endParaRP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5C3ECD3-CA89-485E-87F8-B6C0F47B9210}"/>
              </a:ext>
            </a:extLst>
          </p:cNvPr>
          <p:cNvGrpSpPr/>
          <p:nvPr/>
        </p:nvGrpSpPr>
        <p:grpSpPr>
          <a:xfrm>
            <a:off x="-66191" y="5115904"/>
            <a:ext cx="2968781" cy="1379915"/>
            <a:chOff x="4077043" y="2450520"/>
            <a:chExt cx="2226586" cy="1034936"/>
          </a:xfrm>
        </p:grpSpPr>
        <p:sp>
          <p:nvSpPr>
            <p:cNvPr id="51" name="Google Shape;2178;p40">
              <a:extLst>
                <a:ext uri="{FF2B5EF4-FFF2-40B4-BE49-F238E27FC236}">
                  <a16:creationId xmlns:a16="http://schemas.microsoft.com/office/drawing/2014/main" id="{F4CEFB16-E951-4CF1-BE6B-3DA4EC99ACA3}"/>
                </a:ext>
              </a:extLst>
            </p:cNvPr>
            <p:cNvSpPr txBox="1"/>
            <p:nvPr/>
          </p:nvSpPr>
          <p:spPr>
            <a:xfrm>
              <a:off x="4077043" y="2781356"/>
              <a:ext cx="2226586" cy="70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r">
                <a:buSzPts val="1100"/>
              </a:pPr>
              <a:r>
                <a:rPr lang="en-US" sz="1600" b="1" dirty="0">
                  <a:solidFill>
                    <a:schemeClr val="dk1"/>
                  </a:solidFill>
                  <a:latin typeface="Poppins" panose="00000500000000000000" pitchFamily="2" charset="0"/>
                  <a:ea typeface="Roboto"/>
                  <a:cs typeface="Poppins" panose="00000500000000000000" pitchFamily="2" charset="0"/>
                </a:rPr>
                <a:t>31%</a:t>
              </a:r>
              <a:r>
                <a:rPr lang="en-US" sz="1600" dirty="0">
                  <a:solidFill>
                    <a:schemeClr val="dk1"/>
                  </a:solidFill>
                  <a:latin typeface="Poppins" panose="00000500000000000000" pitchFamily="2" charset="0"/>
                  <a:ea typeface="Roboto"/>
                  <a:cs typeface="Poppins" panose="00000500000000000000" pitchFamily="2" charset="0"/>
                </a:rPr>
                <a:t> to stay more at home, declining to participate in social activities</a:t>
              </a:r>
              <a:r>
                <a:rPr lang="en-US" sz="2133" dirty="0">
                  <a:solidFill>
                    <a:schemeClr val="dk1"/>
                  </a:solidFill>
                  <a:latin typeface="Poppins" panose="00000500000000000000" pitchFamily="2" charset="0"/>
                  <a:ea typeface="Roboto"/>
                  <a:cs typeface="Poppins" panose="00000500000000000000" pitchFamily="2" charset="0"/>
                </a:rPr>
                <a:t>.</a:t>
              </a:r>
              <a:endParaRPr lang="en-US" sz="1600" dirty="0">
                <a:solidFill>
                  <a:schemeClr val="dk1"/>
                </a:solidFill>
                <a:latin typeface="Poppins" panose="00000500000000000000" pitchFamily="2" charset="0"/>
                <a:ea typeface="Roboto"/>
                <a:cs typeface="Poppins" panose="00000500000000000000" pitchFamily="2" charset="0"/>
                <a:sym typeface="Roboto"/>
              </a:endParaRPr>
            </a:p>
            <a:p>
              <a:pPr algn="r">
                <a:buClr>
                  <a:srgbClr val="000000"/>
                </a:buClr>
                <a:buSzPts val="1100"/>
              </a:pPr>
              <a:endParaRPr lang="en-US" sz="1600" dirty="0">
                <a:solidFill>
                  <a:schemeClr val="dk1"/>
                </a:solidFill>
                <a:latin typeface="Poppins" panose="00000500000000000000" pitchFamily="2" charset="0"/>
                <a:ea typeface="Roboto"/>
                <a:cs typeface="Poppins" panose="00000500000000000000" pitchFamily="2" charset="0"/>
                <a:sym typeface="Roboto"/>
              </a:endParaRPr>
            </a:p>
          </p:txBody>
        </p:sp>
        <p:sp>
          <p:nvSpPr>
            <p:cNvPr id="52" name="Google Shape;2178;p40">
              <a:extLst>
                <a:ext uri="{FF2B5EF4-FFF2-40B4-BE49-F238E27FC236}">
                  <a16:creationId xmlns:a16="http://schemas.microsoft.com/office/drawing/2014/main" id="{504B0E86-6CFB-4985-BB0C-73C7DCD75C0D}"/>
                </a:ext>
              </a:extLst>
            </p:cNvPr>
            <p:cNvSpPr txBox="1"/>
            <p:nvPr/>
          </p:nvSpPr>
          <p:spPr>
            <a:xfrm>
              <a:off x="4167750" y="2450520"/>
              <a:ext cx="2135879" cy="345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r">
                <a:buClr>
                  <a:srgbClr val="000000"/>
                </a:buClr>
                <a:buSzPts val="1100"/>
              </a:pPr>
              <a:r>
                <a:rPr lang="en-US" sz="2667" b="1" dirty="0">
                  <a:solidFill>
                    <a:schemeClr val="accent5">
                      <a:lumMod val="20000"/>
                      <a:lumOff val="80000"/>
                    </a:schemeClr>
                  </a:solidFill>
                  <a:latin typeface="Poppins" panose="00000500000000000000" pitchFamily="2" charset="0"/>
                  <a:ea typeface="Roboto"/>
                  <a:cs typeface="Poppins" panose="00000500000000000000" pitchFamily="2" charset="0"/>
                </a:rPr>
                <a:t>Social Activity</a:t>
              </a:r>
              <a:endParaRPr sz="2667" dirty="0">
                <a:solidFill>
                  <a:schemeClr val="accent5">
                    <a:lumMod val="20000"/>
                    <a:lumOff val="80000"/>
                  </a:schemeClr>
                </a:solidFill>
                <a:latin typeface="Poppins" panose="00000500000000000000" pitchFamily="2" charset="0"/>
                <a:ea typeface="Roboto"/>
                <a:cs typeface="Poppins" panose="00000500000000000000" pitchFamily="2" charset="0"/>
                <a:sym typeface="Roboto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7D7550BE-E45D-43D0-BEF5-846CFE122BCD}"/>
              </a:ext>
            </a:extLst>
          </p:cNvPr>
          <p:cNvSpPr/>
          <p:nvPr/>
        </p:nvSpPr>
        <p:spPr>
          <a:xfrm>
            <a:off x="5943938" y="1929161"/>
            <a:ext cx="3142904" cy="4928838"/>
          </a:xfrm>
          <a:prstGeom prst="rect">
            <a:avLst/>
          </a:prstGeom>
          <a:solidFill>
            <a:srgbClr val="EBD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3C94406E-A972-4AE3-9E6E-39B47F2340E3}"/>
              </a:ext>
            </a:extLst>
          </p:cNvPr>
          <p:cNvGrpSpPr/>
          <p:nvPr/>
        </p:nvGrpSpPr>
        <p:grpSpPr>
          <a:xfrm>
            <a:off x="5852823" y="3984489"/>
            <a:ext cx="3035807" cy="1481303"/>
            <a:chOff x="3218675" y="1214613"/>
            <a:chExt cx="2276855" cy="1110979"/>
          </a:xfrm>
        </p:grpSpPr>
        <p:sp>
          <p:nvSpPr>
            <p:cNvPr id="41" name="Google Shape;2178;p40">
              <a:extLst>
                <a:ext uri="{FF2B5EF4-FFF2-40B4-BE49-F238E27FC236}">
                  <a16:creationId xmlns:a16="http://schemas.microsoft.com/office/drawing/2014/main" id="{84DC38D3-6DAD-406D-B570-37870BC57D9C}"/>
                </a:ext>
              </a:extLst>
            </p:cNvPr>
            <p:cNvSpPr txBox="1"/>
            <p:nvPr/>
          </p:nvSpPr>
          <p:spPr>
            <a:xfrm>
              <a:off x="3218675" y="1602029"/>
              <a:ext cx="2276855" cy="72356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r">
                <a:buClr>
                  <a:srgbClr val="000000"/>
                </a:buClr>
                <a:buSzPts val="1100"/>
              </a:pPr>
              <a:r>
                <a:rPr lang="en-US" sz="1600" dirty="0">
                  <a:solidFill>
                    <a:schemeClr val="dk1"/>
                  </a:solidFill>
                  <a:latin typeface="Poppins" panose="00000500000000000000" pitchFamily="2" charset="0"/>
                  <a:ea typeface="Roboto"/>
                  <a:cs typeface="Poppins" panose="00000500000000000000" pitchFamily="2" charset="0"/>
                </a:rPr>
                <a:t>Acne had a </a:t>
              </a:r>
              <a:r>
                <a:rPr lang="en-US" sz="1600" b="1" dirty="0">
                  <a:solidFill>
                    <a:schemeClr val="dk1"/>
                  </a:solidFill>
                  <a:latin typeface="Poppins" panose="00000500000000000000" pitchFamily="2" charset="0"/>
                  <a:ea typeface="Roboto"/>
                  <a:cs typeface="Poppins" panose="00000500000000000000" pitchFamily="2" charset="0"/>
                </a:rPr>
                <a:t>negative impact </a:t>
              </a:r>
              <a:r>
                <a:rPr lang="en-US" sz="1600" dirty="0">
                  <a:solidFill>
                    <a:schemeClr val="dk1"/>
                  </a:solidFill>
                  <a:latin typeface="Poppins" panose="00000500000000000000" pitchFamily="2" charset="0"/>
                  <a:ea typeface="Roboto"/>
                  <a:cs typeface="Poppins" panose="00000500000000000000" pitchFamily="2" charset="0"/>
                </a:rPr>
                <a:t>on the QoL of </a:t>
              </a:r>
              <a:r>
                <a:rPr lang="en-US" sz="1600" b="1" dirty="0">
                  <a:solidFill>
                    <a:schemeClr val="dk1"/>
                  </a:solidFill>
                  <a:latin typeface="Poppins" panose="00000500000000000000" pitchFamily="2" charset="0"/>
                  <a:ea typeface="Roboto"/>
                  <a:cs typeface="Poppins" panose="00000500000000000000" pitchFamily="2" charset="0"/>
                </a:rPr>
                <a:t>89.4%</a:t>
              </a:r>
              <a:r>
                <a:rPr lang="en-US" sz="1600" dirty="0">
                  <a:solidFill>
                    <a:schemeClr val="dk1"/>
                  </a:solidFill>
                  <a:latin typeface="Poppins" panose="00000500000000000000" pitchFamily="2" charset="0"/>
                  <a:ea typeface="Roboto"/>
                  <a:cs typeface="Poppins" panose="00000500000000000000" pitchFamily="2" charset="0"/>
                </a:rPr>
                <a:t> of individuals sharing the household with affected patients.</a:t>
              </a:r>
              <a:endParaRPr sz="1600" dirty="0">
                <a:solidFill>
                  <a:schemeClr val="dk1"/>
                </a:solidFill>
                <a:latin typeface="Poppins" panose="00000500000000000000" pitchFamily="2" charset="0"/>
                <a:ea typeface="Roboto"/>
                <a:cs typeface="Poppins" panose="00000500000000000000" pitchFamily="2" charset="0"/>
                <a:sym typeface="Roboto"/>
              </a:endParaRPr>
            </a:p>
          </p:txBody>
        </p:sp>
        <p:sp>
          <p:nvSpPr>
            <p:cNvPr id="42" name="Google Shape;2178;p40">
              <a:extLst>
                <a:ext uri="{FF2B5EF4-FFF2-40B4-BE49-F238E27FC236}">
                  <a16:creationId xmlns:a16="http://schemas.microsoft.com/office/drawing/2014/main" id="{D4340693-D3DC-4C87-91EB-258B5E72A29A}"/>
                </a:ext>
              </a:extLst>
            </p:cNvPr>
            <p:cNvSpPr txBox="1"/>
            <p:nvPr/>
          </p:nvSpPr>
          <p:spPr>
            <a:xfrm>
              <a:off x="3406431" y="1214613"/>
              <a:ext cx="2089099" cy="3451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algn="r">
                <a:buClr>
                  <a:srgbClr val="000000"/>
                </a:buClr>
                <a:buSzPts val="1100"/>
              </a:pPr>
              <a:r>
                <a:rPr lang="en-US" sz="2667" b="1" dirty="0">
                  <a:solidFill>
                    <a:schemeClr val="accent4">
                      <a:lumMod val="20000"/>
                      <a:lumOff val="80000"/>
                    </a:schemeClr>
                  </a:solidFill>
                  <a:latin typeface="Poppins" panose="00000500000000000000" pitchFamily="2" charset="0"/>
                  <a:ea typeface="Roboto"/>
                  <a:cs typeface="Poppins" panose="00000500000000000000" pitchFamily="2" charset="0"/>
                  <a:sym typeface="Roboto"/>
                </a:rPr>
                <a:t>Quality of life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08AED7CE-F203-4880-9A81-67A1C0BBD321}"/>
              </a:ext>
            </a:extLst>
          </p:cNvPr>
          <p:cNvSpPr txBox="1"/>
          <p:nvPr/>
        </p:nvSpPr>
        <p:spPr>
          <a:xfrm>
            <a:off x="6586584" y="3173065"/>
            <a:ext cx="2450636" cy="9130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333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89.4%</a:t>
            </a:r>
          </a:p>
        </p:txBody>
      </p:sp>
    </p:spTree>
    <p:extLst>
      <p:ext uri="{BB962C8B-B14F-4D97-AF65-F5344CB8AC3E}">
        <p14:creationId xmlns:p14="http://schemas.microsoft.com/office/powerpoint/2010/main" val="1327369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8" grpId="0"/>
      <p:bldP spid="49" grpId="0"/>
      <p:bldP spid="4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96F69CA8-9A33-6438-88D0-EA8C9736B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516DD932-3FC8-4E41-9C13-5E8967CBF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379B84-B881-4B4A-AA17-0DDA929E2442}"/>
              </a:ext>
            </a:extLst>
          </p:cNvPr>
          <p:cNvSpPr txBox="1"/>
          <p:nvPr/>
        </p:nvSpPr>
        <p:spPr>
          <a:xfrm>
            <a:off x="1244273" y="2534893"/>
            <a:ext cx="6546665" cy="378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333" b="1" dirty="0">
                <a:latin typeface="Poppins" panose="00000500000000000000" pitchFamily="2" charset="0"/>
                <a:cs typeface="Poppins" panose="00000500000000000000" pitchFamily="2" charset="0"/>
              </a:rPr>
              <a:t>02</a:t>
            </a:r>
          </a:p>
          <a:p>
            <a:r>
              <a:rPr lang="en-US" sz="5333" dirty="0">
                <a:latin typeface="Poppins" panose="00000500000000000000" pitchFamily="2" charset="0"/>
                <a:cs typeface="Poppins" panose="00000500000000000000" pitchFamily="2" charset="0"/>
              </a:rPr>
              <a:t>Problem Overview</a:t>
            </a:r>
          </a:p>
          <a:p>
            <a:endParaRPr lang="en-US" sz="9333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00E368F-480D-4A81-8798-C634FCC1FA41}"/>
              </a:ext>
            </a:extLst>
          </p:cNvPr>
          <p:cNvSpPr/>
          <p:nvPr/>
        </p:nvSpPr>
        <p:spPr>
          <a:xfrm>
            <a:off x="1" y="11326606"/>
            <a:ext cx="2926080" cy="257227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8AA2DF-7A60-4E33-8D25-96A37D167BE8}"/>
              </a:ext>
            </a:extLst>
          </p:cNvPr>
          <p:cNvSpPr/>
          <p:nvPr/>
        </p:nvSpPr>
        <p:spPr>
          <a:xfrm>
            <a:off x="2925308" y="10607797"/>
            <a:ext cx="3035808" cy="3291084"/>
          </a:xfrm>
          <a:prstGeom prst="rect">
            <a:avLst/>
          </a:prstGeom>
          <a:solidFill>
            <a:srgbClr val="FBB7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C1716B-86A9-42FE-A004-970F58FC3FC8}"/>
              </a:ext>
            </a:extLst>
          </p:cNvPr>
          <p:cNvSpPr/>
          <p:nvPr/>
        </p:nvSpPr>
        <p:spPr>
          <a:xfrm>
            <a:off x="2925645" y="12100561"/>
            <a:ext cx="3035808" cy="3566916"/>
          </a:xfrm>
          <a:prstGeom prst="rect">
            <a:avLst/>
          </a:prstGeom>
          <a:solidFill>
            <a:srgbClr val="FBB7DB">
              <a:alpha val="3764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>
              <a:solidFill>
                <a:schemeClr val="accent3">
                  <a:lumMod val="90000"/>
                </a:schemeClr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C3D871E-65B8-4B31-A370-91E00B05514D}"/>
              </a:ext>
            </a:extLst>
          </p:cNvPr>
          <p:cNvSpPr/>
          <p:nvPr/>
        </p:nvSpPr>
        <p:spPr>
          <a:xfrm>
            <a:off x="4470" y="9814561"/>
            <a:ext cx="2926080" cy="4285724"/>
          </a:xfrm>
          <a:prstGeom prst="rect">
            <a:avLst/>
          </a:prstGeom>
          <a:solidFill>
            <a:schemeClr val="accent1">
              <a:lumMod val="40000"/>
              <a:lumOff val="60000"/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AC8666-0542-43AB-BC5B-B5EE8BE5C896}"/>
              </a:ext>
            </a:extLst>
          </p:cNvPr>
          <p:cNvSpPr/>
          <p:nvPr/>
        </p:nvSpPr>
        <p:spPr>
          <a:xfrm>
            <a:off x="5948954" y="14234158"/>
            <a:ext cx="3137888" cy="2356959"/>
          </a:xfrm>
          <a:prstGeom prst="rect">
            <a:avLst/>
          </a:prstGeom>
          <a:solidFill>
            <a:srgbClr val="FFC000">
              <a:alpha val="1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A8E78C9-245F-43B5-A29C-A71D6C3D2ADF}"/>
              </a:ext>
            </a:extLst>
          </p:cNvPr>
          <p:cNvSpPr/>
          <p:nvPr/>
        </p:nvSpPr>
        <p:spPr>
          <a:xfrm>
            <a:off x="9082497" y="10656223"/>
            <a:ext cx="3108960" cy="5628723"/>
          </a:xfrm>
          <a:prstGeom prst="rect">
            <a:avLst/>
          </a:prstGeom>
          <a:solidFill>
            <a:srgbClr val="C5AED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85D25D4-9F5D-4345-83BE-919875AD57ED}"/>
              </a:ext>
            </a:extLst>
          </p:cNvPr>
          <p:cNvSpPr/>
          <p:nvPr/>
        </p:nvSpPr>
        <p:spPr>
          <a:xfrm>
            <a:off x="9087513" y="15636239"/>
            <a:ext cx="3108960" cy="1320801"/>
          </a:xfrm>
          <a:prstGeom prst="rect">
            <a:avLst/>
          </a:prstGeom>
          <a:solidFill>
            <a:srgbClr val="C5AEDC">
              <a:alpha val="3764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D4EF79-12F0-4ED0-9FE9-2FA896B654DA}"/>
              </a:ext>
            </a:extLst>
          </p:cNvPr>
          <p:cNvSpPr/>
          <p:nvPr/>
        </p:nvSpPr>
        <p:spPr>
          <a:xfrm>
            <a:off x="5943938" y="11347481"/>
            <a:ext cx="3142904" cy="4928838"/>
          </a:xfrm>
          <a:prstGeom prst="rect">
            <a:avLst/>
          </a:prstGeom>
          <a:solidFill>
            <a:srgbClr val="EBD1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251790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0BF8BBCD-E0C8-78BC-9D28-F8A5096A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0B047B6-140E-4F43-92BF-349403767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474;p20">
            <a:extLst>
              <a:ext uri="{FF2B5EF4-FFF2-40B4-BE49-F238E27FC236}">
                <a16:creationId xmlns:a16="http://schemas.microsoft.com/office/drawing/2014/main" id="{90CB93F7-3FE4-4732-B2A7-6B8112DC97DE}"/>
              </a:ext>
            </a:extLst>
          </p:cNvPr>
          <p:cNvSpPr txBox="1"/>
          <p:nvPr/>
        </p:nvSpPr>
        <p:spPr>
          <a:xfrm>
            <a:off x="4402770" y="5140848"/>
            <a:ext cx="3386460" cy="1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>
              <a:buClr>
                <a:schemeClr val="dk1"/>
              </a:buClr>
              <a:buSzPts val="1100"/>
            </a:pPr>
            <a:r>
              <a:rPr lang="en-US" sz="1600" dirty="0">
                <a:solidFill>
                  <a:schemeClr val="dk1"/>
                </a:solidFill>
                <a:latin typeface="Poppins" panose="00000500000000000000" pitchFamily="2" charset="0"/>
                <a:ea typeface="Roboto"/>
                <a:cs typeface="Poppins" panose="00000500000000000000" pitchFamily="2" charset="0"/>
                <a:sym typeface="Roboto"/>
              </a:rPr>
              <a:t>How do you get your </a:t>
            </a:r>
            <a:r>
              <a:rPr lang="en-US" sz="1600" b="1" dirty="0">
                <a:solidFill>
                  <a:schemeClr val="dk1"/>
                </a:solidFill>
                <a:latin typeface="Poppins" panose="00000500000000000000" pitchFamily="2" charset="0"/>
                <a:ea typeface="Roboto"/>
                <a:cs typeface="Poppins" panose="00000500000000000000" pitchFamily="2" charset="0"/>
                <a:sym typeface="Roboto"/>
              </a:rPr>
              <a:t>skincare products information</a:t>
            </a:r>
            <a:r>
              <a:rPr lang="en-US" sz="1600" dirty="0">
                <a:solidFill>
                  <a:schemeClr val="dk1"/>
                </a:solidFill>
                <a:latin typeface="Poppins" panose="00000500000000000000" pitchFamily="2" charset="0"/>
                <a:ea typeface="Roboto"/>
                <a:cs typeface="Poppins" panose="00000500000000000000" pitchFamily="2" charset="0"/>
                <a:sym typeface="Roboto"/>
              </a:rPr>
              <a:t>?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C6A7EDA4-CA9F-4CB4-AFE0-9A9C1BF1CD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7043078"/>
              </p:ext>
            </p:extLst>
          </p:nvPr>
        </p:nvGraphicFramePr>
        <p:xfrm>
          <a:off x="5789612" y="2002614"/>
          <a:ext cx="4270377" cy="28469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B4AAF4A4-5FF0-44DC-8173-8299094A192C}"/>
              </a:ext>
            </a:extLst>
          </p:cNvPr>
          <p:cNvSpPr txBox="1"/>
          <p:nvPr/>
        </p:nvSpPr>
        <p:spPr>
          <a:xfrm>
            <a:off x="5733121" y="3769415"/>
            <a:ext cx="1106457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31.5%</a:t>
            </a:r>
          </a:p>
          <a:p>
            <a:pPr algn="ctr"/>
            <a:r>
              <a:rPr lang="en-US" sz="1600" dirty="0"/>
              <a:t>Influencers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925103-A253-4BCC-BBA7-CDC41D8F55CF}"/>
              </a:ext>
            </a:extLst>
          </p:cNvPr>
          <p:cNvSpPr txBox="1"/>
          <p:nvPr/>
        </p:nvSpPr>
        <p:spPr>
          <a:xfrm>
            <a:off x="9083327" y="3147489"/>
            <a:ext cx="179520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B686DA"/>
                </a:solidFill>
              </a:rPr>
              <a:t>57.9%</a:t>
            </a:r>
          </a:p>
          <a:p>
            <a:pPr algn="ctr"/>
            <a:r>
              <a:rPr lang="en-US" sz="1600" dirty="0"/>
              <a:t>Products Reviews on Social Media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20A408-AF7D-4067-AEBE-8BE77079CD9B}"/>
              </a:ext>
            </a:extLst>
          </p:cNvPr>
          <p:cNvSpPr txBox="1"/>
          <p:nvPr/>
        </p:nvSpPr>
        <p:spPr>
          <a:xfrm>
            <a:off x="6504894" y="1580358"/>
            <a:ext cx="179520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>
                    <a:lumMod val="50000"/>
                  </a:schemeClr>
                </a:solidFill>
              </a:rPr>
              <a:t>10.6%</a:t>
            </a:r>
          </a:p>
          <a:p>
            <a:pPr algn="ctr"/>
            <a:r>
              <a:rPr lang="en-US" sz="1600" dirty="0"/>
              <a:t>Others</a:t>
            </a:r>
          </a:p>
        </p:txBody>
      </p:sp>
      <p:sp>
        <p:nvSpPr>
          <p:cNvPr id="15" name="Google Shape;2186;p40">
            <a:extLst>
              <a:ext uri="{FF2B5EF4-FFF2-40B4-BE49-F238E27FC236}">
                <a16:creationId xmlns:a16="http://schemas.microsoft.com/office/drawing/2014/main" id="{2F721B6B-74A0-4FF7-92BA-78941D320AB2}"/>
              </a:ext>
            </a:extLst>
          </p:cNvPr>
          <p:cNvSpPr txBox="1"/>
          <p:nvPr/>
        </p:nvSpPr>
        <p:spPr>
          <a:xfrm>
            <a:off x="7282300" y="3019315"/>
            <a:ext cx="1285001" cy="81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  <a:sym typeface="Fira Sans Extra Condensed Medium"/>
              </a:rPr>
              <a:t>88%</a:t>
            </a:r>
            <a:endParaRPr sz="3600" b="1" dirty="0">
              <a:solidFill>
                <a:schemeClr val="tx1">
                  <a:lumMod val="95000"/>
                  <a:lumOff val="5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  <a:sym typeface="Fira Sans Extra Condensed Medium"/>
            </a:endParaRPr>
          </a:p>
        </p:txBody>
      </p:sp>
      <p:sp>
        <p:nvSpPr>
          <p:cNvPr id="16" name="Google Shape;2186;p40">
            <a:extLst>
              <a:ext uri="{FF2B5EF4-FFF2-40B4-BE49-F238E27FC236}">
                <a16:creationId xmlns:a16="http://schemas.microsoft.com/office/drawing/2014/main" id="{8489D606-F135-4AE2-9CD5-50E548D468BC}"/>
              </a:ext>
            </a:extLst>
          </p:cNvPr>
          <p:cNvSpPr txBox="1"/>
          <p:nvPr/>
        </p:nvSpPr>
        <p:spPr>
          <a:xfrm>
            <a:off x="1459611" y="2829354"/>
            <a:ext cx="3142157" cy="1071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3600" b="1" dirty="0">
                <a:latin typeface="Poppins" panose="00000500000000000000" pitchFamily="2" charset="0"/>
                <a:cs typeface="Poppins" panose="00000500000000000000" pitchFamily="2" charset="0"/>
                <a:sym typeface="Fira Sans Extra Condensed Medium"/>
              </a:rPr>
              <a:t>Total</a:t>
            </a:r>
          </a:p>
          <a:p>
            <a:pPr algn="ctr"/>
            <a:r>
              <a:rPr lang="en-US" sz="4800" b="1" dirty="0">
                <a:solidFill>
                  <a:srgbClr val="9933FF"/>
                </a:solidFill>
                <a:latin typeface="Poppins" panose="00000500000000000000" pitchFamily="2" charset="0"/>
                <a:cs typeface="Poppins" panose="00000500000000000000" pitchFamily="2" charset="0"/>
                <a:sym typeface="Fira Sans Extra Condensed Medium"/>
              </a:rPr>
              <a:t>600</a:t>
            </a:r>
            <a:r>
              <a:rPr lang="en-US" sz="3600" b="1" dirty="0">
                <a:solidFill>
                  <a:srgbClr val="9933FF"/>
                </a:solidFill>
                <a:latin typeface="Poppins" panose="00000500000000000000" pitchFamily="2" charset="0"/>
                <a:cs typeface="Poppins" panose="00000500000000000000" pitchFamily="2" charset="0"/>
                <a:sym typeface="Fira Sans Extra Condensed Medium"/>
              </a:rPr>
              <a:t> </a:t>
            </a:r>
            <a:r>
              <a:rPr lang="en-US" sz="3600" b="1" dirty="0">
                <a:latin typeface="Poppins" panose="00000500000000000000" pitchFamily="2" charset="0"/>
                <a:cs typeface="Poppins" panose="00000500000000000000" pitchFamily="2" charset="0"/>
                <a:sym typeface="Fira Sans Extra Condensed Medium"/>
              </a:rPr>
              <a:t>Person</a:t>
            </a:r>
            <a:endParaRPr sz="3600" b="1" dirty="0">
              <a:latin typeface="Poppins" panose="00000500000000000000" pitchFamily="2" charset="0"/>
              <a:cs typeface="Poppins" panose="00000500000000000000" pitchFamily="2" charset="0"/>
              <a:sym typeface="Fira Sans Extra Condensed Medium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D71448-F6A3-4D8D-9114-0ABA61935E7B}"/>
              </a:ext>
            </a:extLst>
          </p:cNvPr>
          <p:cNvSpPr txBox="1"/>
          <p:nvPr/>
        </p:nvSpPr>
        <p:spPr>
          <a:xfrm>
            <a:off x="836190" y="489255"/>
            <a:ext cx="6814290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Problem Statement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:- </a:t>
            </a:r>
          </a:p>
          <a:p>
            <a:r>
              <a:rPr lang="en-US" sz="2400" dirty="0">
                <a:solidFill>
                  <a:srgbClr val="9933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Social Media – Our Survey </a:t>
            </a:r>
          </a:p>
        </p:txBody>
      </p:sp>
    </p:spTree>
    <p:extLst>
      <p:ext uri="{BB962C8B-B14F-4D97-AF65-F5344CB8AC3E}">
        <p14:creationId xmlns:p14="http://schemas.microsoft.com/office/powerpoint/2010/main" val="2989120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36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96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500"/>
                                        <p:tgtEl>
                                          <p:spTgt spid="4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1" dur="500"/>
                                        <p:tgtEl>
                                          <p:spTgt spid="4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96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Graphic spid="4" grpId="0">
        <p:bldSub>
          <a:bldChart bld="series"/>
        </p:bldSub>
      </p:bldGraphic>
      <p:bldP spid="2" grpId="0"/>
      <p:bldP spid="13" grpId="0"/>
      <p:bldP spid="14" grpId="0"/>
      <p:bldP spid="15" grpId="0"/>
      <p:bldP spid="16" grpId="0"/>
      <p:bldP spid="17" grpId="0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0BF8BBCD-E0C8-78BC-9D28-F8A5096A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0B047B6-140E-4F43-92BF-349403767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788137-3432-4F37-A854-4EA3696F54E7}"/>
              </a:ext>
            </a:extLst>
          </p:cNvPr>
          <p:cNvSpPr txBox="1"/>
          <p:nvPr/>
        </p:nvSpPr>
        <p:spPr>
          <a:xfrm>
            <a:off x="2895600" y="3023729"/>
            <a:ext cx="6276620" cy="810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67" b="1" dirty="0">
                <a:latin typeface="Poppins" panose="00000500000000000000" pitchFamily="2" charset="0"/>
                <a:cs typeface="Poppins" panose="00000500000000000000" pitchFamily="2" charset="0"/>
              </a:rPr>
              <a:t>Lack of Knowledge</a:t>
            </a:r>
          </a:p>
        </p:txBody>
      </p:sp>
    </p:spTree>
    <p:extLst>
      <p:ext uri="{BB962C8B-B14F-4D97-AF65-F5344CB8AC3E}">
        <p14:creationId xmlns:p14="http://schemas.microsoft.com/office/powerpoint/2010/main" val="6058804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0BF8BBCD-E0C8-78BC-9D28-F8A5096A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0B047B6-140E-4F43-92BF-349403767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A62024C-F1B1-41B9-B762-77B65386D1A7}"/>
              </a:ext>
            </a:extLst>
          </p:cNvPr>
          <p:cNvSpPr txBox="1"/>
          <p:nvPr/>
        </p:nvSpPr>
        <p:spPr>
          <a:xfrm>
            <a:off x="3019780" y="-1218188"/>
            <a:ext cx="6152440" cy="810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67" b="1" dirty="0">
                <a:latin typeface="Poppins" panose="00000500000000000000" pitchFamily="2" charset="0"/>
                <a:cs typeface="Poppins" panose="00000500000000000000" pitchFamily="2" charset="0"/>
              </a:rPr>
              <a:t>Lack of Knowledge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92EEBC-FE75-4B3B-8026-840E8648B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520" y="291579"/>
            <a:ext cx="5253077" cy="13959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432CB9-D061-4304-ADFD-16D02F43BC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881" y="2683068"/>
            <a:ext cx="5506720" cy="18049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F1C365-4DB8-4B49-8562-75C65A8D0B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2580" y="2499193"/>
            <a:ext cx="4561839" cy="40042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6A0D1B-6FBB-4358-BC61-A22076A6D30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9961" y="336500"/>
            <a:ext cx="5344517" cy="14845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6212D13-FD7D-46CD-BAA2-2023DD6E37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8731" y="3425963"/>
            <a:ext cx="3882826" cy="32213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E53FF38-ADFB-45D7-BA1E-7E2E6158C4A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15105" y="1033839"/>
            <a:ext cx="4897477" cy="238978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CE7BCE-06C2-4F54-9B76-9C59AA6884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5255" y="4060124"/>
            <a:ext cx="5480446" cy="146652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F5F503-6EBF-45FF-94DF-4CA5BCEE87F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547207" y="4312250"/>
            <a:ext cx="4617164" cy="225300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F957F6E-92D9-410E-9022-DE20642073C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87655" y="176454"/>
            <a:ext cx="5882093" cy="190623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38D589B-F7EC-4D16-BE69-DF2E279E5AD5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43183"/>
          <a:stretch/>
        </p:blipFill>
        <p:spPr>
          <a:xfrm>
            <a:off x="7349834" y="1094917"/>
            <a:ext cx="4531681" cy="16247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8CBDF04-A416-4A48-BE77-47DA34B14D75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r="29723"/>
          <a:stretch/>
        </p:blipFill>
        <p:spPr>
          <a:xfrm>
            <a:off x="145514" y="1416376"/>
            <a:ext cx="5828508" cy="202733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595C95B-8CA4-4C80-A4CF-3F3205A85CDF}"/>
              </a:ext>
            </a:extLst>
          </p:cNvPr>
          <p:cNvPicPr>
            <a:picLocks noChangeAspect="1"/>
          </p:cNvPicPr>
          <p:nvPr/>
        </p:nvPicPr>
        <p:blipFill rotWithShape="1">
          <a:blip r:embed="rId15"/>
          <a:srcRect r="46118"/>
          <a:stretch/>
        </p:blipFill>
        <p:spPr>
          <a:xfrm>
            <a:off x="6296394" y="4738229"/>
            <a:ext cx="4909968" cy="18562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210FA14-2710-41FD-B8D6-20FEFA675215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r="36536"/>
          <a:stretch/>
        </p:blipFill>
        <p:spPr>
          <a:xfrm>
            <a:off x="3441333" y="2815321"/>
            <a:ext cx="5816133" cy="1866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931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3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8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100"/>
                            </p:stCondLst>
                            <p:childTnLst>
                              <p:par>
                                <p:cTn id="4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40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600"/>
                            </p:stCondLst>
                            <p:childTnLst>
                              <p:par>
                                <p:cTn id="5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800"/>
                            </p:stCondLst>
                            <p:childTnLst>
                              <p:par>
                                <p:cTn id="6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9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2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3200"/>
                            </p:stCondLst>
                            <p:childTnLst>
                              <p:par>
                                <p:cTn id="7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0BF8BBCD-E0C8-78BC-9D28-F8A5096A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0B047B6-140E-4F43-92BF-349403767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788137-3432-4F37-A854-4EA3696F54E7}"/>
              </a:ext>
            </a:extLst>
          </p:cNvPr>
          <p:cNvSpPr txBox="1"/>
          <p:nvPr/>
        </p:nvSpPr>
        <p:spPr>
          <a:xfrm>
            <a:off x="3019780" y="3023729"/>
            <a:ext cx="6152440" cy="810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67" b="1" dirty="0">
                <a:latin typeface="Poppins" panose="00000500000000000000" pitchFamily="2" charset="0"/>
                <a:cs typeface="Poppins" panose="00000500000000000000" pitchFamily="2" charset="0"/>
              </a:rPr>
              <a:t>Doctor’s Opinions</a:t>
            </a:r>
          </a:p>
        </p:txBody>
      </p:sp>
    </p:spTree>
    <p:extLst>
      <p:ext uri="{BB962C8B-B14F-4D97-AF65-F5344CB8AC3E}">
        <p14:creationId xmlns:p14="http://schemas.microsoft.com/office/powerpoint/2010/main" val="48193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0BF8BBCD-E0C8-78BC-9D28-F8A5096A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0B047B6-140E-4F43-92BF-349403767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B788137-3432-4F37-A854-4EA3696F54E7}"/>
              </a:ext>
            </a:extLst>
          </p:cNvPr>
          <p:cNvSpPr txBox="1"/>
          <p:nvPr/>
        </p:nvSpPr>
        <p:spPr>
          <a:xfrm>
            <a:off x="3019780" y="-1055628"/>
            <a:ext cx="6152440" cy="810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67" b="1" dirty="0">
                <a:latin typeface="Poppins" panose="00000500000000000000" pitchFamily="2" charset="0"/>
                <a:cs typeface="Poppins" panose="00000500000000000000" pitchFamily="2" charset="0"/>
              </a:rPr>
              <a:t>Doctor’s Opinions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B0A6E4-F736-4D8F-A02F-652F1B43BB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7989" y="1584285"/>
            <a:ext cx="4956022" cy="3689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810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100">
        <p159:morph option="byObject"/>
      </p:transition>
    </mc:Choice>
    <mc:Fallback xmlns="">
      <p:transition advClick="0" advTm="1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0BF8BBCD-E0C8-78BC-9D28-F8A5096A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0B047B6-140E-4F43-92BF-349403767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4406EF-1D3B-4732-9F12-82A31B13ED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6359" y="716280"/>
            <a:ext cx="3001004" cy="22340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52AEDC-B3D2-4AD1-9475-B5404C1A24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7408" y="1584285"/>
            <a:ext cx="4717826" cy="351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9802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100">
        <p159:morph option="byObject"/>
      </p:transition>
    </mc:Choice>
    <mc:Fallback xmlns="">
      <p:transition advClick="0" advTm="1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0BF8BBCD-E0C8-78BC-9D28-F8A5096A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0B047B6-140E-4F43-92BF-349403767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B3E0676-17BF-4072-BA80-4759814FB4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6359" y="716280"/>
            <a:ext cx="3001004" cy="22340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2BB04A5-449C-495E-9A71-17560E8645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133" y="716280"/>
            <a:ext cx="3111734" cy="23164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9CCA095-1E17-4A21-99CB-E23F32AA7EC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9177" y="1615440"/>
            <a:ext cx="4954287" cy="365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9652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100">
        <p159:morph option="byObject"/>
      </p:transition>
    </mc:Choice>
    <mc:Fallback xmlns="">
      <p:transition advClick="0" advTm="1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0BF8BBCD-E0C8-78BC-9D28-F8A5096A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0B047B6-140E-4F43-92BF-349403767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B24894-1A2A-4991-9C14-237B358413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6359" y="716280"/>
            <a:ext cx="3001004" cy="22340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45A546C-A6B4-4E86-A72D-E48DBC4779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133" y="716280"/>
            <a:ext cx="3111734" cy="23164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34A6910-4E6E-4AB0-A970-1E0AD96A8D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298" y="772378"/>
            <a:ext cx="3061163" cy="22603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CA9160-02B5-4A0B-8AFF-1392BCDE19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706" y="1619649"/>
            <a:ext cx="4948587" cy="365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449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100">
        <p159:morph option="byObject"/>
      </p:transition>
    </mc:Choice>
    <mc:Fallback xmlns="">
      <p:transition advClick="0" advTm="1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0BF8BBCD-E0C8-78BC-9D28-F8A5096A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0B047B6-140E-4F43-92BF-349403767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5B6D896-DEAD-4B67-BADC-1CED2C4964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6359" y="716280"/>
            <a:ext cx="3001004" cy="22340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F9CAF8A-ACF8-44B0-A832-09CBA7B4608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133" y="716280"/>
            <a:ext cx="3111734" cy="231647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7D52746-5391-4ADD-9392-3F1B56C0E2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298" y="772378"/>
            <a:ext cx="3061163" cy="2260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CFC6AA-FB92-448D-A304-A8053C0B880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265" y="1619649"/>
            <a:ext cx="4877467" cy="3601551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8EFE58E-1BE3-4975-A704-117BE349637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5069" y="3345080"/>
            <a:ext cx="2982294" cy="220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3900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100">
        <p159:morph option="byObject"/>
      </p:transition>
    </mc:Choice>
    <mc:Fallback xmlns="">
      <p:transition advClick="0" advTm="1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0BF8BBCD-E0C8-78BC-9D28-F8A5096A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0B047B6-140E-4F43-92BF-349403767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EA006D7-EAFE-4D7D-B336-BD65A77535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5069" y="3345080"/>
            <a:ext cx="2982294" cy="220214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A4F2CE0-F2E2-45B4-815F-74B81C4643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315" y="3409924"/>
            <a:ext cx="3064552" cy="226288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03C221B-9F7E-43DE-BD64-A66927906C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6359" y="716280"/>
            <a:ext cx="3001004" cy="22340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DBEFD76-641E-4E4B-8E1C-6246A9461A5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133" y="716280"/>
            <a:ext cx="3111734" cy="231647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199058-8983-42FF-8401-359FE62CE43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298" y="772378"/>
            <a:ext cx="3061163" cy="22603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C5383C-0465-4871-83D8-B9B0E866F78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2582" y="1645291"/>
            <a:ext cx="4603941" cy="3399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129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100">
        <p159:morph option="byObject"/>
      </p:transition>
    </mc:Choice>
    <mc:Fallback xmlns="">
      <p:transition advClick="0" advTm="1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0BF8BBCD-E0C8-78BC-9D28-F8A5096A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0B047B6-140E-4F43-92BF-349403767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B0A6E4-F736-4D8F-A02F-652F1B43BB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6359" y="716280"/>
            <a:ext cx="3001004" cy="22340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DE806B-A49C-4794-B1B8-BE43AB98AD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133" y="716280"/>
            <a:ext cx="3111734" cy="23164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BD1DEB-DDAE-4116-AF97-2D74410D58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298" y="772378"/>
            <a:ext cx="3061163" cy="22603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CA9160-02B5-4A0B-8AFF-1392BCDE19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5069" y="3345080"/>
            <a:ext cx="2982294" cy="22021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CFC6AA-FB92-448D-A304-A8053C0B88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315" y="3409924"/>
            <a:ext cx="3064552" cy="22628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F078EB9-70CF-463F-B868-A2CE9D5DB6D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136" y="3566159"/>
            <a:ext cx="3122578" cy="23057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AC9C7D-34FB-4A83-9528-F78A00F6FA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4199" y="1641069"/>
            <a:ext cx="4760709" cy="3515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721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100">
        <p159:morph option="byObject"/>
      </p:transition>
    </mc:Choice>
    <mc:Fallback xmlns="">
      <p:transition advClick="0" advTm="1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0BF8BBCD-E0C8-78BC-9D28-F8A5096A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0B047B6-140E-4F43-92BF-349403767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B0A6E4-F736-4D8F-A02F-652F1B43BB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6359" y="716280"/>
            <a:ext cx="3001004" cy="22340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DE806B-A49C-4794-B1B8-BE43AB98AD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133" y="716280"/>
            <a:ext cx="3111734" cy="23164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BD1DEB-DDAE-4116-AF97-2D74410D58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298" y="772378"/>
            <a:ext cx="3061163" cy="22603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CA9160-02B5-4A0B-8AFF-1392BCDE19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5069" y="3345080"/>
            <a:ext cx="2982294" cy="22021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CFC6AA-FB92-448D-A304-A8053C0B88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315" y="3409924"/>
            <a:ext cx="3064552" cy="226288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0AB5F82-53BE-4E05-82EB-9F2A74AC6A3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136" y="3566159"/>
            <a:ext cx="3122578" cy="230573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C581931-F27A-40D0-B095-678713EF250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442" y="1707382"/>
            <a:ext cx="3589833" cy="265075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6629859-34D6-47DA-87CB-19A590A9E1E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0382" y="1592310"/>
            <a:ext cx="4470734" cy="33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394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100">
        <p159:morph option="byObject"/>
      </p:transition>
    </mc:Choice>
    <mc:Fallback xmlns="">
      <p:transition advClick="0" advTm="1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0BF8BBCD-E0C8-78BC-9D28-F8A5096A3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0B047B6-140E-4F43-92BF-349403767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B0A6E4-F736-4D8F-A02F-652F1B43BBC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6359" y="716280"/>
            <a:ext cx="3001004" cy="223404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DE806B-A49C-4794-B1B8-BE43AB98AD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0133" y="716280"/>
            <a:ext cx="3111734" cy="23164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BD1DEB-DDAE-4116-AF97-2D74410D58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298" y="772378"/>
            <a:ext cx="3061163" cy="226038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ECA9160-02B5-4A0B-8AFF-1392BCDE19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5069" y="3345080"/>
            <a:ext cx="2982294" cy="22021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DCFC6AA-FB92-448D-A304-A8053C0B880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7315" y="3409924"/>
            <a:ext cx="3064552" cy="22628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429E20F-D93C-4DDB-AAA8-71E48B9688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1442" y="1707382"/>
            <a:ext cx="3589833" cy="26507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43D7372-DB18-4633-9735-3155FFB62B5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136" y="3566159"/>
            <a:ext cx="3122578" cy="23057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6629859-34D6-47DA-87CB-19A590A9E1E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292" y="1915317"/>
            <a:ext cx="3568338" cy="2634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49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CB1EB512-24B3-5201-0FF1-D300D666E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C3A44FBB-F807-41AA-80C4-2EC483BE5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7C3764E-276F-4A71-B2CE-4BFE8D9B7BBA}"/>
              </a:ext>
            </a:extLst>
          </p:cNvPr>
          <p:cNvSpPr txBox="1"/>
          <p:nvPr/>
        </p:nvSpPr>
        <p:spPr>
          <a:xfrm>
            <a:off x="1244273" y="2534893"/>
            <a:ext cx="6546665" cy="4606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333" b="1" dirty="0">
                <a:latin typeface="Poppins" panose="00000500000000000000" pitchFamily="2" charset="0"/>
                <a:cs typeface="Poppins" panose="00000500000000000000" pitchFamily="2" charset="0"/>
              </a:rPr>
              <a:t>0</a:t>
            </a:r>
            <a:r>
              <a:rPr lang="ar-EG" sz="9333" b="1" dirty="0">
                <a:latin typeface="Poppins" panose="00000500000000000000" pitchFamily="2" charset="0"/>
                <a:cs typeface="Poppins" panose="00000500000000000000" pitchFamily="2" charset="0"/>
              </a:rPr>
              <a:t>3</a:t>
            </a:r>
            <a:endParaRPr lang="en-US" sz="9333" b="1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US" sz="5333" dirty="0">
                <a:latin typeface="Poppins" panose="00000500000000000000" pitchFamily="2" charset="0"/>
                <a:cs typeface="Poppins" panose="00000500000000000000" pitchFamily="2" charset="0"/>
              </a:rPr>
              <a:t>Objectives &amp; Contribution</a:t>
            </a:r>
          </a:p>
          <a:p>
            <a:endParaRPr lang="en-US" sz="9333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021C86-8CDC-4981-9CF1-B5057CD18576}"/>
              </a:ext>
            </a:extLst>
          </p:cNvPr>
          <p:cNvSpPr txBox="1"/>
          <p:nvPr/>
        </p:nvSpPr>
        <p:spPr>
          <a:xfrm>
            <a:off x="539261" y="7784122"/>
            <a:ext cx="11155429" cy="1571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333" b="1" dirty="0">
                <a:latin typeface="Poppins" panose="00000500000000000000" pitchFamily="2" charset="0"/>
                <a:cs typeface="Poppins" panose="00000500000000000000" pitchFamily="2" charset="0"/>
              </a:rPr>
              <a:t>Pearl’s Solution</a:t>
            </a:r>
            <a:endParaRPr lang="en-US" sz="9333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5084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CB1EB512-24B3-5201-0FF1-D300D666E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F134C99C-87B4-45C6-B63C-0F13A531B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49CD841-D858-E625-46E0-8974A39B189F}"/>
              </a:ext>
            </a:extLst>
          </p:cNvPr>
          <p:cNvSpPr txBox="1"/>
          <p:nvPr/>
        </p:nvSpPr>
        <p:spPr>
          <a:xfrm>
            <a:off x="539261" y="3892062"/>
            <a:ext cx="11155429" cy="15719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333" b="1" dirty="0">
                <a:latin typeface="Poppins" panose="00000500000000000000" pitchFamily="2" charset="0"/>
                <a:cs typeface="Poppins" panose="00000500000000000000" pitchFamily="2" charset="0"/>
              </a:rPr>
              <a:t>Pearl’s Solution</a:t>
            </a:r>
            <a:endParaRPr lang="en-US" sz="9333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43FE445-6D08-5A0C-7C84-4AD70895F4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320252" y="1009758"/>
            <a:ext cx="1551491" cy="2925668"/>
          </a:xfrm>
          <a:prstGeom prst="rect">
            <a:avLst/>
          </a:prstGeom>
        </p:spPr>
      </p:pic>
      <p:grpSp>
        <p:nvGrpSpPr>
          <p:cNvPr id="58" name="Group 57">
            <a:extLst>
              <a:ext uri="{FF2B5EF4-FFF2-40B4-BE49-F238E27FC236}">
                <a16:creationId xmlns:a16="http://schemas.microsoft.com/office/drawing/2014/main" id="{1F6DEB7A-09AD-4205-A350-119DE537F3B8}"/>
              </a:ext>
            </a:extLst>
          </p:cNvPr>
          <p:cNvGrpSpPr/>
          <p:nvPr/>
        </p:nvGrpSpPr>
        <p:grpSpPr>
          <a:xfrm>
            <a:off x="4323815" y="7136367"/>
            <a:ext cx="3063184" cy="3256357"/>
            <a:chOff x="1062188" y="2176114"/>
            <a:chExt cx="2791355" cy="2967386"/>
          </a:xfrm>
        </p:grpSpPr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9B1E957E-5F39-4593-B518-96A89C23CF3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62188" y="2176114"/>
              <a:ext cx="2791355" cy="2967386"/>
            </a:xfrm>
            <a:prstGeom prst="rect">
              <a:avLst/>
            </a:prstGeom>
          </p:spPr>
        </p:pic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5E90BCB-3845-4665-9AB3-922B048E1B78}"/>
                </a:ext>
              </a:extLst>
            </p:cNvPr>
            <p:cNvSpPr/>
            <p:nvPr/>
          </p:nvSpPr>
          <p:spPr>
            <a:xfrm>
              <a:off x="2201252" y="3827318"/>
              <a:ext cx="513226" cy="513226"/>
            </a:xfrm>
            <a:prstGeom prst="ellipse">
              <a:avLst/>
            </a:prstGeom>
            <a:solidFill>
              <a:schemeClr val="accent6">
                <a:lumMod val="75000"/>
                <a:alpha val="70000"/>
              </a:schemeClr>
            </a:solidFill>
            <a:ln>
              <a:solidFill>
                <a:schemeClr val="accent6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68513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CB1EB512-24B3-5201-0FF1-D300D666E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DA8E49A7-CF80-4804-95CB-60BE2D9AD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-12441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4A452046-D5D7-4343-A08B-D8FDC2D4B2F2}"/>
              </a:ext>
            </a:extLst>
          </p:cNvPr>
          <p:cNvSpPr txBox="1"/>
          <p:nvPr/>
        </p:nvSpPr>
        <p:spPr>
          <a:xfrm>
            <a:off x="2249711" y="1196025"/>
            <a:ext cx="7692579" cy="181588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000" b="1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1.</a:t>
            </a:r>
            <a:r>
              <a:rPr lang="en-US" sz="3200" b="1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</a:p>
          <a:p>
            <a:pPr algn="ctr"/>
            <a:r>
              <a:rPr lang="en-US" sz="2400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Collect medication information </a:t>
            </a:r>
            <a:r>
              <a:rPr lang="en-US" sz="2400" b="1" dirty="0">
                <a:solidFill>
                  <a:srgbClr val="9966FF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through photo and question answers</a:t>
            </a:r>
            <a:r>
              <a:rPr lang="en-US" sz="2400" b="1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</a:t>
            </a:r>
            <a:r>
              <a:rPr lang="en-US" sz="2400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for skincare analysis.</a:t>
            </a:r>
          </a:p>
          <a:p>
            <a:endParaRPr lang="ar-KW" sz="32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D321F0-231C-463A-A838-8DD48F595646}"/>
              </a:ext>
            </a:extLst>
          </p:cNvPr>
          <p:cNvGrpSpPr/>
          <p:nvPr/>
        </p:nvGrpSpPr>
        <p:grpSpPr>
          <a:xfrm>
            <a:off x="3938150" y="3223348"/>
            <a:ext cx="3643940" cy="3873737"/>
            <a:chOff x="1062188" y="2176114"/>
            <a:chExt cx="2791355" cy="296738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80A3E00-CA46-4D57-B328-8ADBBFC7E17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62188" y="2176114"/>
              <a:ext cx="2791355" cy="2967386"/>
            </a:xfrm>
            <a:prstGeom prst="rect">
              <a:avLst/>
            </a:prstGeom>
          </p:spPr>
        </p:pic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105FCE1-573E-4F98-994C-0180080E53F8}"/>
                </a:ext>
              </a:extLst>
            </p:cNvPr>
            <p:cNvSpPr/>
            <p:nvPr/>
          </p:nvSpPr>
          <p:spPr>
            <a:xfrm>
              <a:off x="2201252" y="3827318"/>
              <a:ext cx="513226" cy="513226"/>
            </a:xfrm>
            <a:prstGeom prst="ellipse">
              <a:avLst/>
            </a:prstGeom>
            <a:solidFill>
              <a:schemeClr val="accent6">
                <a:lumMod val="75000"/>
                <a:alpha val="70000"/>
              </a:schemeClr>
            </a:solidFill>
            <a:ln>
              <a:solidFill>
                <a:schemeClr val="accent6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AF469C1-DEA9-4C1A-A0BA-F9F9D859250C}"/>
              </a:ext>
            </a:extLst>
          </p:cNvPr>
          <p:cNvSpPr txBox="1"/>
          <p:nvPr/>
        </p:nvSpPr>
        <p:spPr>
          <a:xfrm>
            <a:off x="497303" y="-1737584"/>
            <a:ext cx="11197388" cy="1528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333" b="1" dirty="0">
                <a:latin typeface="Poppins" panose="00000500000000000000" pitchFamily="2" charset="0"/>
                <a:cs typeface="Poppins" panose="00000500000000000000" pitchFamily="2" charset="0"/>
              </a:rPr>
              <a:t>Pearl’s Solution</a:t>
            </a:r>
            <a:endParaRPr lang="en-US" sz="9333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5C10C65-16AE-4B79-B052-68EBD982931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20252" y="-4663252"/>
            <a:ext cx="1551491" cy="2925668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DB0D9FC-A3E8-4D04-A4A3-F30730723A59}"/>
              </a:ext>
            </a:extLst>
          </p:cNvPr>
          <p:cNvGrpSpPr/>
          <p:nvPr/>
        </p:nvGrpSpPr>
        <p:grpSpPr>
          <a:xfrm>
            <a:off x="1341698" y="2724505"/>
            <a:ext cx="2472031" cy="1033463"/>
            <a:chOff x="1078889" y="2574159"/>
            <a:chExt cx="2472031" cy="10334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24B878F-5E38-400D-8CFE-195A32A8F6C5}"/>
                </a:ext>
              </a:extLst>
            </p:cNvPr>
            <p:cNvSpPr/>
            <p:nvPr/>
          </p:nvSpPr>
          <p:spPr>
            <a:xfrm>
              <a:off x="1078889" y="3269068"/>
              <a:ext cx="2472031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latin typeface="Poppins" panose="00000500000000000000" pitchFamily="2" charset="0"/>
                  <a:cs typeface="Poppins" panose="00000500000000000000" pitchFamily="2" charset="0"/>
                </a:rPr>
                <a:t>Drinking water</a:t>
              </a:r>
            </a:p>
          </p:txBody>
        </p:sp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F9C06E87-E396-4FE9-917B-6351D44FCA5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072017" y="2574159"/>
              <a:ext cx="485775" cy="638175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4680B77-5747-49A0-9BBF-2B005274E0BA}"/>
              </a:ext>
            </a:extLst>
          </p:cNvPr>
          <p:cNvGrpSpPr/>
          <p:nvPr/>
        </p:nvGrpSpPr>
        <p:grpSpPr>
          <a:xfrm>
            <a:off x="9069067" y="4705097"/>
            <a:ext cx="2472031" cy="910238"/>
            <a:chOff x="8236004" y="4511999"/>
            <a:chExt cx="2472031" cy="91023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8C9A4E8-83C0-470C-AB3C-686C02E98EA6}"/>
                </a:ext>
              </a:extLst>
            </p:cNvPr>
            <p:cNvSpPr/>
            <p:nvPr/>
          </p:nvSpPr>
          <p:spPr>
            <a:xfrm>
              <a:off x="8236004" y="5083683"/>
              <a:ext cx="2472031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latin typeface="Poppins" panose="00000500000000000000" pitchFamily="2" charset="0"/>
                  <a:cs typeface="Poppins" panose="00000500000000000000" pitchFamily="2" charset="0"/>
                </a:rPr>
                <a:t>Dietary preferences </a:t>
              </a: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0DE3D403-753C-46B4-B6D5-2359111157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165057" y="4511999"/>
              <a:ext cx="613925" cy="480750"/>
            </a:xfrm>
            <a:prstGeom prst="rect">
              <a:avLst/>
            </a:prstGeom>
          </p:spPr>
        </p:pic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25F4BDC-5273-4636-9667-952A120BFD3B}"/>
              </a:ext>
            </a:extLst>
          </p:cNvPr>
          <p:cNvGrpSpPr/>
          <p:nvPr/>
        </p:nvGrpSpPr>
        <p:grpSpPr>
          <a:xfrm>
            <a:off x="607206" y="4492839"/>
            <a:ext cx="2472031" cy="1221045"/>
            <a:chOff x="812205" y="4278136"/>
            <a:chExt cx="2472031" cy="122104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75A369D-00D7-4568-8E7E-FE0E4CE580FC}"/>
                </a:ext>
              </a:extLst>
            </p:cNvPr>
            <p:cNvSpPr/>
            <p:nvPr/>
          </p:nvSpPr>
          <p:spPr>
            <a:xfrm>
              <a:off x="812205" y="4914406"/>
              <a:ext cx="2472031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latin typeface="Poppins" panose="00000500000000000000" pitchFamily="2" charset="0"/>
                  <a:cs typeface="Poppins" panose="00000500000000000000" pitchFamily="2" charset="0"/>
                </a:rPr>
                <a:t>Previous skin treatments</a:t>
              </a:r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B1288B3D-AA67-4FB7-86A0-53CFA27DF4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1767232" y="4278136"/>
              <a:ext cx="561975" cy="590550"/>
            </a:xfrm>
            <a:prstGeom prst="rect">
              <a:avLst/>
            </a:prstGeom>
          </p:spPr>
        </p:pic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14D01A6-C2DC-4D02-85F2-2501D2C1F1DE}"/>
              </a:ext>
            </a:extLst>
          </p:cNvPr>
          <p:cNvGrpSpPr/>
          <p:nvPr/>
        </p:nvGrpSpPr>
        <p:grpSpPr>
          <a:xfrm>
            <a:off x="8190962" y="2660678"/>
            <a:ext cx="2472032" cy="1321082"/>
            <a:chOff x="7830931" y="2606162"/>
            <a:chExt cx="2472032" cy="132108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01ED0581-3C2C-4B35-A0E2-2AB28A8AF72C}"/>
                </a:ext>
              </a:extLst>
            </p:cNvPr>
            <p:cNvSpPr/>
            <p:nvPr/>
          </p:nvSpPr>
          <p:spPr>
            <a:xfrm>
              <a:off x="7830931" y="3342469"/>
              <a:ext cx="247203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600" dirty="0">
                  <a:latin typeface="Poppins" panose="00000500000000000000" pitchFamily="2" charset="0"/>
                  <a:cs typeface="Poppins" panose="00000500000000000000" pitchFamily="2" charset="0"/>
                </a:rPr>
                <a:t>History of autoimmune diseases</a:t>
              </a:r>
            </a:p>
          </p:txBody>
        </p:sp>
        <p:pic>
          <p:nvPicPr>
            <p:cNvPr id="20" name="Graphic 19">
              <a:extLst>
                <a:ext uri="{FF2B5EF4-FFF2-40B4-BE49-F238E27FC236}">
                  <a16:creationId xmlns:a16="http://schemas.microsoft.com/office/drawing/2014/main" id="{5C6A4EC7-A878-43E7-B26E-E45B68CAC3C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724222" y="2606162"/>
              <a:ext cx="685449" cy="713237"/>
            </a:xfrm>
            <a:prstGeom prst="rect">
              <a:avLst/>
            </a:prstGeom>
          </p:spPr>
        </p:pic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C0F1EE7E-8C34-42FF-A4ED-455657639AF5}"/>
              </a:ext>
            </a:extLst>
          </p:cNvPr>
          <p:cNvSpPr/>
          <p:nvPr/>
        </p:nvSpPr>
        <p:spPr>
          <a:xfrm>
            <a:off x="4898680" y="203743"/>
            <a:ext cx="24352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Objectives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89407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74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94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14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4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406E40B7-0CB9-FCD1-4594-32C7B82C9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2445426-0CCD-4B89-97C7-6914C6155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-12441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3" name="TextBox 232">
            <a:extLst>
              <a:ext uri="{FF2B5EF4-FFF2-40B4-BE49-F238E27FC236}">
                <a16:creationId xmlns:a16="http://schemas.microsoft.com/office/drawing/2014/main" id="{7394B3F3-956C-6CEA-ACA3-D617336C2F03}"/>
              </a:ext>
            </a:extLst>
          </p:cNvPr>
          <p:cNvSpPr txBox="1"/>
          <p:nvPr/>
        </p:nvSpPr>
        <p:spPr>
          <a:xfrm>
            <a:off x="2704787" y="870601"/>
            <a:ext cx="6782427" cy="129266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000" b="1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2. </a:t>
            </a:r>
          </a:p>
          <a:p>
            <a:pPr algn="ctr"/>
            <a:r>
              <a:rPr lang="en-US" sz="2400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Detecting User’s </a:t>
            </a:r>
            <a:r>
              <a:rPr lang="en-US" sz="2400" b="1" dirty="0">
                <a:solidFill>
                  <a:srgbClr val="9966FF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skin type</a:t>
            </a:r>
            <a:r>
              <a:rPr lang="en-US" sz="2400" dirty="0">
                <a:solidFill>
                  <a:srgbClr val="9966FF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.</a:t>
            </a:r>
          </a:p>
          <a:p>
            <a:endParaRPr lang="ar-KW" sz="2400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BE8FC56-8B89-4173-8862-6175101AB5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46958" y="2023765"/>
            <a:ext cx="1722116" cy="1791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49B848D4-A567-4C46-99B8-7D922432A3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65882" y="2018558"/>
            <a:ext cx="1710613" cy="1779037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384269F2-2365-4B22-B4AE-E0BF917D8582}"/>
              </a:ext>
            </a:extLst>
          </p:cNvPr>
          <p:cNvGrpSpPr/>
          <p:nvPr/>
        </p:nvGrpSpPr>
        <p:grpSpPr>
          <a:xfrm>
            <a:off x="5276816" y="4210304"/>
            <a:ext cx="1727931" cy="1797048"/>
            <a:chOff x="4698137" y="2913888"/>
            <a:chExt cx="1295948" cy="1347786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78930E0-07DD-417C-A6F3-5F6B361B7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698137" y="2913888"/>
              <a:ext cx="1295948" cy="1347786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B86BDF8-FC64-4F07-8FC4-06EF9932C1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5044440" y="3598105"/>
              <a:ext cx="171450" cy="171450"/>
            </a:xfrm>
            <a:prstGeom prst="rect">
              <a:avLst/>
            </a:prstGeom>
          </p:spPr>
        </p:pic>
        <p:pic>
          <p:nvPicPr>
            <p:cNvPr id="236" name="Graphic 235">
              <a:extLst>
                <a:ext uri="{FF2B5EF4-FFF2-40B4-BE49-F238E27FC236}">
                  <a16:creationId xmlns:a16="http://schemas.microsoft.com/office/drawing/2014/main" id="{60112A01-C53C-4024-922A-8974E81C2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flipH="1">
              <a:off x="5483080" y="3598105"/>
              <a:ext cx="171450" cy="171450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CCADC016-D21F-4D91-A15D-9CBBDA5E357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5240192" y="3821430"/>
              <a:ext cx="219075" cy="133350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28B19883-259E-46AB-82E0-F0AC685AB9B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4907961" y="2975449"/>
              <a:ext cx="876300" cy="676275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8DB396D4-B8D1-46D4-9C18-94102FB4AB85}"/>
              </a:ext>
            </a:extLst>
          </p:cNvPr>
          <p:cNvSpPr txBox="1"/>
          <p:nvPr/>
        </p:nvSpPr>
        <p:spPr>
          <a:xfrm>
            <a:off x="4094480" y="3814322"/>
            <a:ext cx="1605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Normal</a:t>
            </a:r>
          </a:p>
        </p:txBody>
      </p:sp>
      <p:sp>
        <p:nvSpPr>
          <p:cNvPr id="240" name="TextBox 239">
            <a:extLst>
              <a:ext uri="{FF2B5EF4-FFF2-40B4-BE49-F238E27FC236}">
                <a16:creationId xmlns:a16="http://schemas.microsoft.com/office/drawing/2014/main" id="{939332C2-F3A2-4770-A7FD-250C3A88D1C4}"/>
              </a:ext>
            </a:extLst>
          </p:cNvPr>
          <p:cNvSpPr txBox="1"/>
          <p:nvPr/>
        </p:nvSpPr>
        <p:spPr>
          <a:xfrm>
            <a:off x="6518548" y="3799363"/>
            <a:ext cx="1605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Dry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id="{408365B3-F1C9-455E-A233-73082469EFC1}"/>
              </a:ext>
            </a:extLst>
          </p:cNvPr>
          <p:cNvSpPr txBox="1"/>
          <p:nvPr/>
        </p:nvSpPr>
        <p:spPr>
          <a:xfrm>
            <a:off x="5338141" y="6071027"/>
            <a:ext cx="16052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Poppins" panose="00000500000000000000" pitchFamily="2" charset="0"/>
                <a:cs typeface="Poppins" panose="00000500000000000000" pitchFamily="2" charset="0"/>
              </a:rPr>
              <a:t>Oily</a:t>
            </a:r>
          </a:p>
        </p:txBody>
      </p:sp>
      <p:grpSp>
        <p:nvGrpSpPr>
          <p:cNvPr id="244" name="Group 243">
            <a:extLst>
              <a:ext uri="{FF2B5EF4-FFF2-40B4-BE49-F238E27FC236}">
                <a16:creationId xmlns:a16="http://schemas.microsoft.com/office/drawing/2014/main" id="{109CEC39-20DD-4DE0-9487-53D1342F1971}"/>
              </a:ext>
            </a:extLst>
          </p:cNvPr>
          <p:cNvGrpSpPr/>
          <p:nvPr/>
        </p:nvGrpSpPr>
        <p:grpSpPr>
          <a:xfrm>
            <a:off x="3938150" y="7527868"/>
            <a:ext cx="3643940" cy="3873737"/>
            <a:chOff x="1062188" y="2176114"/>
            <a:chExt cx="2791355" cy="2967386"/>
          </a:xfrm>
        </p:grpSpPr>
        <p:pic>
          <p:nvPicPr>
            <p:cNvPr id="245" name="Picture 244">
              <a:extLst>
                <a:ext uri="{FF2B5EF4-FFF2-40B4-BE49-F238E27FC236}">
                  <a16:creationId xmlns:a16="http://schemas.microsoft.com/office/drawing/2014/main" id="{C3759B2A-DDB5-47C9-A5AB-13D7125BA9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1062188" y="2176114"/>
              <a:ext cx="2791355" cy="2967386"/>
            </a:xfrm>
            <a:prstGeom prst="rect">
              <a:avLst/>
            </a:prstGeom>
          </p:spPr>
        </p:pic>
        <p:sp>
          <p:nvSpPr>
            <p:cNvPr id="246" name="Oval 245">
              <a:extLst>
                <a:ext uri="{FF2B5EF4-FFF2-40B4-BE49-F238E27FC236}">
                  <a16:creationId xmlns:a16="http://schemas.microsoft.com/office/drawing/2014/main" id="{752424AA-1950-4122-845E-D28276DED510}"/>
                </a:ext>
              </a:extLst>
            </p:cNvPr>
            <p:cNvSpPr/>
            <p:nvPr/>
          </p:nvSpPr>
          <p:spPr>
            <a:xfrm>
              <a:off x="2201252" y="3827318"/>
              <a:ext cx="513226" cy="513226"/>
            </a:xfrm>
            <a:prstGeom prst="ellipse">
              <a:avLst/>
            </a:prstGeom>
            <a:solidFill>
              <a:schemeClr val="accent6">
                <a:lumMod val="75000"/>
                <a:alpha val="70000"/>
              </a:schemeClr>
            </a:solidFill>
            <a:ln>
              <a:solidFill>
                <a:schemeClr val="accent6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2400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A6938C70-DC21-453F-8515-4D321698E4E6}"/>
              </a:ext>
            </a:extLst>
          </p:cNvPr>
          <p:cNvSpPr/>
          <p:nvPr/>
        </p:nvSpPr>
        <p:spPr>
          <a:xfrm>
            <a:off x="4878359" y="203743"/>
            <a:ext cx="24352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Objectives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0895137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6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91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13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40" grpId="0"/>
      <p:bldP spid="242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741B83C1-7813-5BA3-DE1A-72C6AB0B9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B4A1B5A8-2679-4BE1-A550-EB56B9887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-12441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F1CF7FE9-DC71-4D47-AD06-6C2BD13953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93772" y="2726121"/>
            <a:ext cx="2335763" cy="4476879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897228E0-AD0E-4AF2-A4B8-54BEC6EEBB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97431" y="3085870"/>
            <a:ext cx="469900" cy="342900"/>
          </a:xfrm>
          <a:prstGeom prst="rect">
            <a:avLst/>
          </a:prstGeom>
        </p:spPr>
      </p:pic>
      <p:pic>
        <p:nvPicPr>
          <p:cNvPr id="48" name="Graphic 47">
            <a:extLst>
              <a:ext uri="{FF2B5EF4-FFF2-40B4-BE49-F238E27FC236}">
                <a16:creationId xmlns:a16="http://schemas.microsoft.com/office/drawing/2014/main" id="{7FEF10C9-114D-42AE-ABF9-541E44D3847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29535" y="2331645"/>
            <a:ext cx="1028700" cy="102870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CE51C1D5-3EF8-4802-878F-8E3FAA9225B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257730" y="3999365"/>
            <a:ext cx="749300" cy="571500"/>
          </a:xfrm>
          <a:prstGeom prst="rect">
            <a:avLst/>
          </a:prstGeom>
        </p:spPr>
      </p:pic>
      <p:pic>
        <p:nvPicPr>
          <p:cNvPr id="50" name="Graphic 49">
            <a:extLst>
              <a:ext uri="{FF2B5EF4-FFF2-40B4-BE49-F238E27FC236}">
                <a16:creationId xmlns:a16="http://schemas.microsoft.com/office/drawing/2014/main" id="{4B40441C-A2CE-4126-9A39-EC2D81BF05B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76152" y="4411079"/>
            <a:ext cx="1117600" cy="11176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B27E8D03-8FE1-4B66-9373-2F82857F5008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593772" y="3526223"/>
            <a:ext cx="431800" cy="203200"/>
          </a:xfrm>
          <a:prstGeom prst="rect">
            <a:avLst/>
          </a:prstGeom>
        </p:spPr>
      </p:pic>
      <p:pic>
        <p:nvPicPr>
          <p:cNvPr id="52" name="Graphic 51">
            <a:extLst>
              <a:ext uri="{FF2B5EF4-FFF2-40B4-BE49-F238E27FC236}">
                <a16:creationId xmlns:a16="http://schemas.microsoft.com/office/drawing/2014/main" id="{413B2063-8121-4C13-9AFE-BD229F19F53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362649" y="2444105"/>
            <a:ext cx="1244600" cy="124460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9338436A-21D2-446E-A0EA-5EB1F503BF96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393683" y="4123903"/>
            <a:ext cx="787400" cy="52070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8F8FD6FE-2387-4CC9-84EC-DEF7A4684814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347617" y="4285113"/>
            <a:ext cx="990600" cy="990600"/>
          </a:xfrm>
          <a:prstGeom prst="rect">
            <a:avLst/>
          </a:prstGeom>
        </p:spPr>
      </p:pic>
      <p:sp>
        <p:nvSpPr>
          <p:cNvPr id="55" name="TextBox 54">
            <a:extLst>
              <a:ext uri="{FF2B5EF4-FFF2-40B4-BE49-F238E27FC236}">
                <a16:creationId xmlns:a16="http://schemas.microsoft.com/office/drawing/2014/main" id="{39F1F1DA-560A-43AA-8E78-60D44203A52B}"/>
              </a:ext>
            </a:extLst>
          </p:cNvPr>
          <p:cNvSpPr txBox="1"/>
          <p:nvPr/>
        </p:nvSpPr>
        <p:spPr>
          <a:xfrm>
            <a:off x="2425870" y="878149"/>
            <a:ext cx="7340260" cy="13645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000" b="1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3.</a:t>
            </a:r>
          </a:p>
          <a:p>
            <a:pPr algn="ctr"/>
            <a:r>
              <a:rPr lang="en-US" sz="2400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Highlight </a:t>
            </a:r>
            <a:r>
              <a:rPr lang="en-US" sz="2400" b="1" dirty="0">
                <a:solidFill>
                  <a:srgbClr val="9966FF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acne severity</a:t>
            </a:r>
            <a:r>
              <a:rPr lang="en-US" sz="2667" dirty="0">
                <a:solidFill>
                  <a:srgbClr val="9966FF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.</a:t>
            </a:r>
            <a:endParaRPr lang="ar-KW" sz="2667" dirty="0">
              <a:solidFill>
                <a:srgbClr val="9966FF"/>
              </a:solidFill>
              <a:latin typeface="Poppins" panose="00000500000000000000" pitchFamily="2" charset="0"/>
            </a:endParaRPr>
          </a:p>
          <a:p>
            <a:endParaRPr lang="ar-KW" sz="2400" dirty="0"/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7C59F4D6-7BEA-49D7-85C1-09EB80D03077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65579" y="11384536"/>
            <a:ext cx="5016500" cy="63119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F702A26-E153-49AD-9C95-0AB98E13DD8B}"/>
              </a:ext>
            </a:extLst>
          </p:cNvPr>
          <p:cNvSpPr/>
          <p:nvPr/>
        </p:nvSpPr>
        <p:spPr>
          <a:xfrm>
            <a:off x="4878359" y="203743"/>
            <a:ext cx="24352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Objectives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4774140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62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12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2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320"/>
                            </p:stCondLst>
                            <p:childTnLst>
                              <p:par>
                                <p:cTn id="2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2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2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720"/>
                            </p:stCondLst>
                            <p:childTnLst>
                              <p:par>
                                <p:cTn id="3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2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920"/>
                            </p:stCondLst>
                            <p:childTnLst>
                              <p:par>
                                <p:cTn id="4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347E3AFB-FF53-0243-0299-2463E43FB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227AB68C-C234-4BFD-ADAE-58E9EFBE8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-12441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B794285-2D04-67FE-233E-14334A358637}"/>
              </a:ext>
            </a:extLst>
          </p:cNvPr>
          <p:cNvSpPr txBox="1"/>
          <p:nvPr/>
        </p:nvSpPr>
        <p:spPr>
          <a:xfrm>
            <a:off x="5605368" y="2009021"/>
            <a:ext cx="5953760" cy="14056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000" b="1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4</a:t>
            </a:r>
            <a:r>
              <a:rPr lang="en-US" sz="3000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.</a:t>
            </a:r>
          </a:p>
          <a:p>
            <a:pPr algn="ctr"/>
            <a:r>
              <a:rPr lang="en-US" sz="2667" b="1" dirty="0">
                <a:solidFill>
                  <a:srgbClr val="9966FF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Provide solutions </a:t>
            </a:r>
            <a:r>
              <a:rPr lang="en-US" sz="2667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through personalized routines.</a:t>
            </a:r>
            <a:endParaRPr lang="ar-KW" sz="2667" dirty="0">
              <a:latin typeface="Poppins" panose="00000500000000000000" pitchFamily="2" charset="0"/>
            </a:endParaRP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96AF66BE-D461-4D2F-B0E4-D053918D2B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5579" y="807362"/>
            <a:ext cx="5016500" cy="63119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BCDCB15B-4F87-426F-8984-3EE2B7D84B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03354" y="8255183"/>
            <a:ext cx="5036004" cy="5496084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F62E1DAA-3CA5-4F80-A609-4A54B4E37FE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85445" y="9761277"/>
            <a:ext cx="2933700" cy="270510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749D29B7-AF3F-4FBC-9EED-92869DEB4C0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7233478">
            <a:off x="1503524" y="10580820"/>
            <a:ext cx="1397000" cy="1244600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0535EA52-B15A-4B7E-95BC-A6ACCC7670B3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9637047">
            <a:off x="9142187" y="12132460"/>
            <a:ext cx="1943100" cy="134620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08ECB1CF-67E0-4A3E-8741-803613795C26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18780144">
            <a:off x="8881679" y="9130539"/>
            <a:ext cx="1066800" cy="128270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CFA8D06E-E108-4203-A31E-DD347CB889B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2111600">
            <a:off x="10453497" y="8691273"/>
            <a:ext cx="1397000" cy="22733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C0C4F65-F860-4CF2-93C6-4BF73A5A9E33}"/>
              </a:ext>
            </a:extLst>
          </p:cNvPr>
          <p:cNvSpPr/>
          <p:nvPr/>
        </p:nvSpPr>
        <p:spPr>
          <a:xfrm>
            <a:off x="4878359" y="203743"/>
            <a:ext cx="24352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Objectives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4035441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98644B25-566A-C4D4-4B4B-CC13710944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71625B25-34BE-4DD4-81BC-207A531956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-12441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4" name="TextBox 333">
            <a:extLst>
              <a:ext uri="{FF2B5EF4-FFF2-40B4-BE49-F238E27FC236}">
                <a16:creationId xmlns:a16="http://schemas.microsoft.com/office/drawing/2014/main" id="{A2DB888A-2B32-43ED-4E7D-EF02A71AA757}"/>
              </a:ext>
            </a:extLst>
          </p:cNvPr>
          <p:cNvSpPr txBox="1"/>
          <p:nvPr/>
        </p:nvSpPr>
        <p:spPr>
          <a:xfrm>
            <a:off x="3235676" y="902805"/>
            <a:ext cx="5720648" cy="166199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000" b="1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5.</a:t>
            </a:r>
          </a:p>
          <a:p>
            <a:pPr algn="ctr"/>
            <a:r>
              <a:rPr lang="en-US" sz="2400" b="1" dirty="0">
                <a:solidFill>
                  <a:srgbClr val="9966FF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Customized Diets </a:t>
            </a:r>
            <a:r>
              <a:rPr lang="en-US" sz="2400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for Optimal Skincare.</a:t>
            </a:r>
          </a:p>
          <a:p>
            <a:endParaRPr lang="ar-KW" sz="2400" dirty="0"/>
          </a:p>
        </p:txBody>
      </p:sp>
      <p:pic>
        <p:nvPicPr>
          <p:cNvPr id="336" name="Graphic 335">
            <a:extLst>
              <a:ext uri="{FF2B5EF4-FFF2-40B4-BE49-F238E27FC236}">
                <a16:creationId xmlns:a16="http://schemas.microsoft.com/office/drawing/2014/main" id="{02199E74-C191-43C1-A354-E726AF0788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65579" y="6990444"/>
            <a:ext cx="5016500" cy="6311900"/>
          </a:xfrm>
          <a:prstGeom prst="rect">
            <a:avLst/>
          </a:prstGeom>
        </p:spPr>
      </p:pic>
      <p:pic>
        <p:nvPicPr>
          <p:cNvPr id="339" name="Graphic 338">
            <a:extLst>
              <a:ext uri="{FF2B5EF4-FFF2-40B4-BE49-F238E27FC236}">
                <a16:creationId xmlns:a16="http://schemas.microsoft.com/office/drawing/2014/main" id="{1A9563F3-562A-48D6-9B6C-1AF2704F5AC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03354" y="2586043"/>
            <a:ext cx="5036004" cy="5496084"/>
          </a:xfrm>
          <a:prstGeom prst="rect">
            <a:avLst/>
          </a:prstGeom>
        </p:spPr>
      </p:pic>
      <p:pic>
        <p:nvPicPr>
          <p:cNvPr id="341" name="Graphic 340">
            <a:extLst>
              <a:ext uri="{FF2B5EF4-FFF2-40B4-BE49-F238E27FC236}">
                <a16:creationId xmlns:a16="http://schemas.microsoft.com/office/drawing/2014/main" id="{6EB4C0F2-2CD6-41A7-8E81-D63E190D13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85445" y="4850751"/>
            <a:ext cx="2933700" cy="2705100"/>
          </a:xfrm>
          <a:prstGeom prst="rect">
            <a:avLst/>
          </a:prstGeom>
        </p:spPr>
      </p:pic>
      <p:pic>
        <p:nvPicPr>
          <p:cNvPr id="342" name="Graphic 341">
            <a:extLst>
              <a:ext uri="{FF2B5EF4-FFF2-40B4-BE49-F238E27FC236}">
                <a16:creationId xmlns:a16="http://schemas.microsoft.com/office/drawing/2014/main" id="{8FC2762A-22DC-429A-83C9-2ED77EF6DD0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503524" y="2606259"/>
            <a:ext cx="1397000" cy="1244600"/>
          </a:xfrm>
          <a:prstGeom prst="rect">
            <a:avLst/>
          </a:prstGeom>
        </p:spPr>
      </p:pic>
      <p:pic>
        <p:nvPicPr>
          <p:cNvPr id="343" name="Graphic 342">
            <a:extLst>
              <a:ext uri="{FF2B5EF4-FFF2-40B4-BE49-F238E27FC236}">
                <a16:creationId xmlns:a16="http://schemas.microsoft.com/office/drawing/2014/main" id="{3DB0F3DD-B8AA-4127-8FD2-E231D28C7169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142187" y="4643089"/>
            <a:ext cx="1943100" cy="1346200"/>
          </a:xfrm>
          <a:prstGeom prst="rect">
            <a:avLst/>
          </a:prstGeom>
        </p:spPr>
      </p:pic>
      <p:pic>
        <p:nvPicPr>
          <p:cNvPr id="344" name="Graphic 343">
            <a:extLst>
              <a:ext uri="{FF2B5EF4-FFF2-40B4-BE49-F238E27FC236}">
                <a16:creationId xmlns:a16="http://schemas.microsoft.com/office/drawing/2014/main" id="{300CDD30-5E4F-4980-A59F-7302C72D504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81679" y="2038999"/>
            <a:ext cx="1066800" cy="1282700"/>
          </a:xfrm>
          <a:prstGeom prst="rect">
            <a:avLst/>
          </a:prstGeom>
        </p:spPr>
      </p:pic>
      <p:pic>
        <p:nvPicPr>
          <p:cNvPr id="345" name="Graphic 344">
            <a:extLst>
              <a:ext uri="{FF2B5EF4-FFF2-40B4-BE49-F238E27FC236}">
                <a16:creationId xmlns:a16="http://schemas.microsoft.com/office/drawing/2014/main" id="{5EEA8C20-E8EF-4C80-A4EE-EE89BDFD9AD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453497" y="2046774"/>
            <a:ext cx="1397000" cy="22733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B39FBB9-555B-4FD6-BD31-2B7B3A249468}"/>
              </a:ext>
            </a:extLst>
          </p:cNvPr>
          <p:cNvSpPr/>
          <p:nvPr/>
        </p:nvSpPr>
        <p:spPr>
          <a:xfrm>
            <a:off x="4166076" y="12122680"/>
            <a:ext cx="883297" cy="1719943"/>
          </a:xfrm>
          <a:prstGeom prst="rect">
            <a:avLst/>
          </a:prstGeom>
          <a:solidFill>
            <a:srgbClr val="D0B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B53A6D-60D0-45CE-80AC-422ACC6FCB84}"/>
              </a:ext>
            </a:extLst>
          </p:cNvPr>
          <p:cNvSpPr/>
          <p:nvPr/>
        </p:nvSpPr>
        <p:spPr>
          <a:xfrm>
            <a:off x="5474010" y="10886503"/>
            <a:ext cx="883297" cy="2121193"/>
          </a:xfrm>
          <a:prstGeom prst="rect">
            <a:avLst/>
          </a:prstGeom>
          <a:solidFill>
            <a:srgbClr val="B1B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3D3861-E6C2-4686-943F-877697786577}"/>
              </a:ext>
            </a:extLst>
          </p:cNvPr>
          <p:cNvSpPr/>
          <p:nvPr/>
        </p:nvSpPr>
        <p:spPr>
          <a:xfrm>
            <a:off x="6781945" y="11895001"/>
            <a:ext cx="883297" cy="3080391"/>
          </a:xfrm>
          <a:prstGeom prst="rect">
            <a:avLst/>
          </a:prstGeom>
          <a:solidFill>
            <a:srgbClr val="BC90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D9966F59-F1CA-41D9-983E-03FA8EBB7D4B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288571">
            <a:off x="3644703" y="7252716"/>
            <a:ext cx="4085463" cy="3543316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CDDF47C-6666-41AA-9CE8-F00B8C0D76C7}"/>
              </a:ext>
            </a:extLst>
          </p:cNvPr>
          <p:cNvSpPr/>
          <p:nvPr/>
        </p:nvSpPr>
        <p:spPr>
          <a:xfrm>
            <a:off x="4878359" y="203743"/>
            <a:ext cx="24352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Objectives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7749287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43091F6C-05D4-122F-8735-9942B8732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8911458A-49D6-4CFF-A359-9B02EC6B22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" y="-804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45468352-7C08-0D2B-0B09-F3989BDE9FA1}"/>
              </a:ext>
            </a:extLst>
          </p:cNvPr>
          <p:cNvSpPr txBox="1"/>
          <p:nvPr/>
        </p:nvSpPr>
        <p:spPr>
          <a:xfrm>
            <a:off x="3310948" y="737467"/>
            <a:ext cx="5570105" cy="129266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000" b="1" dirty="0">
                <a:latin typeface="Poppins" panose="00000500000000000000" pitchFamily="2" charset="0"/>
                <a:cs typeface="Poppins" panose="00000500000000000000" pitchFamily="2" charset="0"/>
              </a:rPr>
              <a:t>6.</a:t>
            </a:r>
          </a:p>
          <a:p>
            <a:pPr algn="ctr"/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Track user skin’s </a:t>
            </a:r>
            <a:r>
              <a:rPr lang="en-US" sz="2400" b="1" dirty="0">
                <a:solidFill>
                  <a:srgbClr val="9966FF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Progress</a:t>
            </a:r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 to motivate him.</a:t>
            </a:r>
            <a:endParaRPr lang="ar-KW" sz="2400" dirty="0">
              <a:latin typeface="Poppins" panose="00000500000000000000" pitchFamily="2" charset="0"/>
            </a:endParaRPr>
          </a:p>
        </p:txBody>
      </p:sp>
      <p:pic>
        <p:nvPicPr>
          <p:cNvPr id="65" name="Graphic 64">
            <a:extLst>
              <a:ext uri="{FF2B5EF4-FFF2-40B4-BE49-F238E27FC236}">
                <a16:creationId xmlns:a16="http://schemas.microsoft.com/office/drawing/2014/main" id="{2974D958-907D-4F3F-A991-ADD80948D81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03354" y="8255183"/>
            <a:ext cx="5036004" cy="5496084"/>
          </a:xfrm>
          <a:prstGeom prst="rect">
            <a:avLst/>
          </a:prstGeom>
        </p:spPr>
      </p:pic>
      <p:pic>
        <p:nvPicPr>
          <p:cNvPr id="68" name="Graphic 67">
            <a:extLst>
              <a:ext uri="{FF2B5EF4-FFF2-40B4-BE49-F238E27FC236}">
                <a16:creationId xmlns:a16="http://schemas.microsoft.com/office/drawing/2014/main" id="{FE8A3ED7-E914-404E-ADD6-C51E12141AC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185445" y="9761277"/>
            <a:ext cx="2933700" cy="2705100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FBCA3F26-4EAB-4DB2-9F77-458AFD5AAB4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17233478">
            <a:off x="1503524" y="10580820"/>
            <a:ext cx="1397000" cy="1244600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3B17D951-E47A-4F55-B35D-E37CD59F247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9637047">
            <a:off x="9142187" y="12132460"/>
            <a:ext cx="1943100" cy="1346200"/>
          </a:xfrm>
          <a:prstGeom prst="rect">
            <a:avLst/>
          </a:prstGeom>
        </p:spPr>
      </p:pic>
      <p:pic>
        <p:nvPicPr>
          <p:cNvPr id="82" name="Graphic 81">
            <a:extLst>
              <a:ext uri="{FF2B5EF4-FFF2-40B4-BE49-F238E27FC236}">
                <a16:creationId xmlns:a16="http://schemas.microsoft.com/office/drawing/2014/main" id="{B48B000D-AF66-4108-A99F-525725E9FF1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18780144">
            <a:off x="8881679" y="9130539"/>
            <a:ext cx="1066800" cy="1282700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2F40BF31-743D-4001-9D41-A28491E4888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 rot="2111600">
            <a:off x="10453497" y="8691273"/>
            <a:ext cx="1397000" cy="227330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3B65B9B0-11DD-4747-BB92-A5DCA0B0FA3F}"/>
              </a:ext>
            </a:extLst>
          </p:cNvPr>
          <p:cNvSpPr/>
          <p:nvPr/>
        </p:nvSpPr>
        <p:spPr>
          <a:xfrm>
            <a:off x="4166076" y="5131569"/>
            <a:ext cx="883297" cy="1719943"/>
          </a:xfrm>
          <a:prstGeom prst="rect">
            <a:avLst/>
          </a:prstGeom>
          <a:solidFill>
            <a:srgbClr val="D0B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DC5F0AA4-CBA6-4318-A611-4A878665D82D}"/>
              </a:ext>
            </a:extLst>
          </p:cNvPr>
          <p:cNvSpPr/>
          <p:nvPr/>
        </p:nvSpPr>
        <p:spPr>
          <a:xfrm>
            <a:off x="5474010" y="4728768"/>
            <a:ext cx="883297" cy="2121193"/>
          </a:xfrm>
          <a:prstGeom prst="rect">
            <a:avLst/>
          </a:prstGeom>
          <a:solidFill>
            <a:srgbClr val="B1B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1567DB35-A071-4E2D-89CC-900BA0617080}"/>
              </a:ext>
            </a:extLst>
          </p:cNvPr>
          <p:cNvSpPr/>
          <p:nvPr/>
        </p:nvSpPr>
        <p:spPr>
          <a:xfrm>
            <a:off x="6781945" y="3769570"/>
            <a:ext cx="883297" cy="3080391"/>
          </a:xfrm>
          <a:prstGeom prst="rect">
            <a:avLst/>
          </a:prstGeom>
          <a:solidFill>
            <a:srgbClr val="BC90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pic>
        <p:nvPicPr>
          <p:cNvPr id="44" name="Graphic 43">
            <a:extLst>
              <a:ext uri="{FF2B5EF4-FFF2-40B4-BE49-F238E27FC236}">
                <a16:creationId xmlns:a16="http://schemas.microsoft.com/office/drawing/2014/main" id="{B4D6413B-82CC-40E2-BEFF-3F89E1835828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 rot="288571">
            <a:off x="3644703" y="1615841"/>
            <a:ext cx="4085463" cy="3543316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E4BF3C64-E0D2-4335-A393-735FED92020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723707" y="6935269"/>
            <a:ext cx="3657311" cy="458956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74E0175-3691-4496-9124-1A1A84424C85}"/>
              </a:ext>
            </a:extLst>
          </p:cNvPr>
          <p:cNvSpPr/>
          <p:nvPr/>
        </p:nvSpPr>
        <p:spPr>
          <a:xfrm>
            <a:off x="4878359" y="203743"/>
            <a:ext cx="24352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Objectives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1885303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8F4BEE14-B3F7-88F2-3B40-ACB7E74D2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4723D99B-B0CD-4AB6-ADA0-284A39837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" y="-804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F8A49D2E-A69B-4209-9EE4-CE042BFD21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23707" y="2668069"/>
            <a:ext cx="3657311" cy="4589567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B5B374D-1713-4562-929A-7E6C42D28AA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39205" y="8903533"/>
            <a:ext cx="4177473" cy="2608373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D9D5ACB8-F577-4D52-A340-B700644C8C7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923992" y="7373077"/>
            <a:ext cx="3532362" cy="35935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C655025-924C-4917-9909-147DD79BA4D1}"/>
              </a:ext>
            </a:extLst>
          </p:cNvPr>
          <p:cNvSpPr txBox="1"/>
          <p:nvPr/>
        </p:nvSpPr>
        <p:spPr>
          <a:xfrm>
            <a:off x="650101" y="2355441"/>
            <a:ext cx="6450176" cy="99520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000" b="1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7.</a:t>
            </a:r>
          </a:p>
          <a:p>
            <a:pPr algn="ctr"/>
            <a:r>
              <a:rPr lang="en-US" sz="2667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Consider </a:t>
            </a:r>
            <a:r>
              <a:rPr lang="en-US" sz="2667" b="1" dirty="0">
                <a:solidFill>
                  <a:srgbClr val="9966FF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suggesting doctors</a:t>
            </a:r>
            <a:r>
              <a:rPr lang="en-US" sz="2667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3CDF160-2D2F-430B-AD4F-4F09990141CB}"/>
              </a:ext>
            </a:extLst>
          </p:cNvPr>
          <p:cNvSpPr/>
          <p:nvPr/>
        </p:nvSpPr>
        <p:spPr>
          <a:xfrm>
            <a:off x="4166076" y="12122680"/>
            <a:ext cx="883297" cy="1719943"/>
          </a:xfrm>
          <a:prstGeom prst="rect">
            <a:avLst/>
          </a:prstGeom>
          <a:solidFill>
            <a:srgbClr val="D0B0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005E0CA-265C-43E4-AD57-2E76750CF502}"/>
              </a:ext>
            </a:extLst>
          </p:cNvPr>
          <p:cNvSpPr/>
          <p:nvPr/>
        </p:nvSpPr>
        <p:spPr>
          <a:xfrm>
            <a:off x="5474010" y="10886503"/>
            <a:ext cx="883297" cy="2121193"/>
          </a:xfrm>
          <a:prstGeom prst="rect">
            <a:avLst/>
          </a:prstGeom>
          <a:solidFill>
            <a:srgbClr val="B1B1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0B1B63-115A-4BAF-8E25-09CA6F5350FF}"/>
              </a:ext>
            </a:extLst>
          </p:cNvPr>
          <p:cNvSpPr/>
          <p:nvPr/>
        </p:nvSpPr>
        <p:spPr>
          <a:xfrm>
            <a:off x="6781945" y="11895001"/>
            <a:ext cx="883297" cy="3080391"/>
          </a:xfrm>
          <a:prstGeom prst="rect">
            <a:avLst/>
          </a:prstGeom>
          <a:solidFill>
            <a:srgbClr val="BC90D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CF91EA1-A6C0-4DE5-A8DD-63EC6A9B88E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288571">
            <a:off x="3644703" y="7252716"/>
            <a:ext cx="4085463" cy="354331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B09CF72-C3B7-4E33-8DEC-A1FC60DF6110}"/>
              </a:ext>
            </a:extLst>
          </p:cNvPr>
          <p:cNvSpPr/>
          <p:nvPr/>
        </p:nvSpPr>
        <p:spPr>
          <a:xfrm>
            <a:off x="4878359" y="203743"/>
            <a:ext cx="24352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Objectives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3905643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FBC5E95-68E9-9303-6AF9-706747A0D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84307169-0509-436F-BB96-EBEF5C6C5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" y="-804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189392A-6BDE-5FB6-36E1-DBC28653AA92}"/>
              </a:ext>
            </a:extLst>
          </p:cNvPr>
          <p:cNvSpPr txBox="1"/>
          <p:nvPr/>
        </p:nvSpPr>
        <p:spPr>
          <a:xfrm>
            <a:off x="2590113" y="965852"/>
            <a:ext cx="7011775" cy="214930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>
              <a:spcAft>
                <a:spcPts val="1333"/>
              </a:spcAft>
              <a:tabLst>
                <a:tab pos="795847" algn="l"/>
                <a:tab pos="1219170" algn="l"/>
              </a:tabLst>
            </a:pPr>
            <a:r>
              <a:rPr lang="en-US" sz="3000" b="1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8.</a:t>
            </a:r>
          </a:p>
          <a:p>
            <a:pPr algn="ctr">
              <a:spcAft>
                <a:spcPts val="1333"/>
              </a:spcAft>
              <a:tabLst>
                <a:tab pos="795847" algn="l"/>
                <a:tab pos="1219170" algn="l"/>
              </a:tabLst>
            </a:pPr>
            <a:r>
              <a:rPr lang="en-US" sz="2400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Streamline </a:t>
            </a:r>
            <a:r>
              <a:rPr lang="en-US" sz="2400" b="1" dirty="0">
                <a:solidFill>
                  <a:srgbClr val="9966FF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patient history access </a:t>
            </a:r>
            <a:r>
              <a:rPr lang="en-US" sz="2400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for efficient consultations.</a:t>
            </a:r>
            <a:endParaRPr lang="en-US" sz="2400" dirty="0">
              <a:latin typeface="Poppins" panose="00000500000000000000" pitchFamily="2" charset="0"/>
              <a:ea typeface="Calibri" panose="020F0502020204030204" pitchFamily="34" charset="0"/>
              <a:cs typeface="Poppins" panose="00000500000000000000" pitchFamily="2" charset="0"/>
            </a:endParaRPr>
          </a:p>
          <a:p>
            <a:endParaRPr lang="ar-KW" sz="3200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2BFBE8A-B524-4C9F-8EBD-03C0EE6B90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39205" y="3093042"/>
            <a:ext cx="4177473" cy="2608373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B8C3E975-FDEA-4531-A7EA-BDA7A60F4D5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23992" y="3483982"/>
            <a:ext cx="3532362" cy="359352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B79315BC-0FA0-431B-B25A-D34D65A3CFF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23707" y="7483140"/>
            <a:ext cx="3657311" cy="4589567"/>
          </a:xfrm>
          <a:prstGeom prst="rect">
            <a:avLst/>
          </a:prstGeom>
        </p:spPr>
      </p:pic>
      <p:pic>
        <p:nvPicPr>
          <p:cNvPr id="8" name="Picture 7" descr="A colorful logo on a black background&#10;&#10;Description automatically generated">
            <a:extLst>
              <a:ext uri="{FF2B5EF4-FFF2-40B4-BE49-F238E27FC236}">
                <a16:creationId xmlns:a16="http://schemas.microsoft.com/office/drawing/2014/main" id="{30A34A88-DC69-4D4F-9BD5-BAD1D8E33A3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98886" y="1415346"/>
            <a:ext cx="4086577" cy="402731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99B1822-4E8A-4010-B9B9-F265DBAC0412}"/>
              </a:ext>
            </a:extLst>
          </p:cNvPr>
          <p:cNvSpPr/>
          <p:nvPr/>
        </p:nvSpPr>
        <p:spPr>
          <a:xfrm>
            <a:off x="4878359" y="203743"/>
            <a:ext cx="24352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Objectives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9217338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13515B18-751E-265D-32EA-30A1DFBC8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FA547697-4B6E-481E-B0D3-1F0F891E2A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A colorful logo on a black background&#10;&#10;Description automatically generated">
            <a:extLst>
              <a:ext uri="{FF2B5EF4-FFF2-40B4-BE49-F238E27FC236}">
                <a16:creationId xmlns:a16="http://schemas.microsoft.com/office/drawing/2014/main" id="{CD90F91B-9F54-64E9-728A-F406870510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1130" y="1415346"/>
            <a:ext cx="4086577" cy="4027311"/>
          </a:xfrm>
          <a:prstGeom prst="rect">
            <a:avLst/>
          </a:prstGeom>
        </p:spPr>
      </p:pic>
      <p:sp>
        <p:nvSpPr>
          <p:cNvPr id="44" name="Text 6">
            <a:extLst>
              <a:ext uri="{FF2B5EF4-FFF2-40B4-BE49-F238E27FC236}">
                <a16:creationId xmlns:a16="http://schemas.microsoft.com/office/drawing/2014/main" id="{FE566D0A-0CEF-4B4F-B7F8-5758BFA8283D}"/>
              </a:ext>
            </a:extLst>
          </p:cNvPr>
          <p:cNvSpPr/>
          <p:nvPr/>
        </p:nvSpPr>
        <p:spPr>
          <a:xfrm>
            <a:off x="74218" y="4874515"/>
            <a:ext cx="204073" cy="55530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ctr">
              <a:lnSpc>
                <a:spcPts val="4375"/>
              </a:lnSpc>
            </a:pPr>
            <a:endParaRPr lang="en-US" sz="3499" dirty="0">
              <a:latin typeface="Arial Rounded MT Bold" panose="020F0704030504030204" pitchFamily="34" charset="0"/>
              <a:ea typeface="adonis-web"/>
            </a:endParaRPr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A5AF39E3-1CDC-46D9-8B75-C46B514DC374}"/>
              </a:ext>
            </a:extLst>
          </p:cNvPr>
          <p:cNvGrpSpPr/>
          <p:nvPr/>
        </p:nvGrpSpPr>
        <p:grpSpPr>
          <a:xfrm>
            <a:off x="811094" y="1022054"/>
            <a:ext cx="557517" cy="666591"/>
            <a:chOff x="922914" y="1251264"/>
            <a:chExt cx="418138" cy="499943"/>
          </a:xfrm>
        </p:grpSpPr>
        <p:sp>
          <p:nvSpPr>
            <p:cNvPr id="48" name="Shape 5">
              <a:extLst>
                <a:ext uri="{FF2B5EF4-FFF2-40B4-BE49-F238E27FC236}">
                  <a16:creationId xmlns:a16="http://schemas.microsoft.com/office/drawing/2014/main" id="{9C8E0A0F-F8C2-4465-AED4-F4F1CA76CB34}"/>
                </a:ext>
              </a:extLst>
            </p:cNvPr>
            <p:cNvSpPr/>
            <p:nvPr/>
          </p:nvSpPr>
          <p:spPr>
            <a:xfrm>
              <a:off x="922914" y="1251264"/>
              <a:ext cx="418138" cy="499943"/>
            </a:xfrm>
            <a:prstGeom prst="roundRect">
              <a:avLst>
                <a:gd name="adj" fmla="val 20000"/>
              </a:avLst>
            </a:prstGeom>
            <a:solidFill>
              <a:srgbClr val="F0D4F7"/>
            </a:solidFill>
            <a:ln w="13811">
              <a:solidFill>
                <a:srgbClr val="D6BA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6">
              <a:extLst>
                <a:ext uri="{FF2B5EF4-FFF2-40B4-BE49-F238E27FC236}">
                  <a16:creationId xmlns:a16="http://schemas.microsoft.com/office/drawing/2014/main" id="{BB8068C0-68CE-4931-9C00-E114DE9B0E19}"/>
                </a:ext>
              </a:extLst>
            </p:cNvPr>
            <p:cNvSpPr/>
            <p:nvPr/>
          </p:nvSpPr>
          <p:spPr>
            <a:xfrm>
              <a:off x="1073223" y="1269930"/>
              <a:ext cx="153055" cy="416481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algn="ctr">
                <a:lnSpc>
                  <a:spcPts val="4375"/>
                </a:lnSpc>
              </a:pPr>
              <a:r>
                <a:rPr lang="en-US" sz="3499" b="1" kern="0" spc="-69" dirty="0">
                  <a:solidFill>
                    <a:srgbClr val="272525"/>
                  </a:solidFill>
                  <a:latin typeface="Arial Rounded MT Bold" panose="020F0704030504030204" pitchFamily="34" charset="0"/>
                  <a:ea typeface="adonis-web"/>
                  <a:cs typeface="Poppins" panose="00000500000000000000" pitchFamily="2" charset="0"/>
                </a:rPr>
                <a:t>1</a:t>
              </a:r>
              <a:endParaRPr lang="en-US" sz="3499" dirty="0">
                <a:latin typeface="Arial Rounded MT Bold" panose="020F0704030504030204" pitchFamily="34" charset="0"/>
                <a:ea typeface="adonis-web"/>
              </a:endParaRPr>
            </a:p>
          </p:txBody>
        </p: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DDF6B920-93E5-45A7-BB2D-A666A0A527A9}"/>
              </a:ext>
            </a:extLst>
          </p:cNvPr>
          <p:cNvSpPr txBox="1"/>
          <p:nvPr/>
        </p:nvSpPr>
        <p:spPr>
          <a:xfrm>
            <a:off x="1579904" y="1150362"/>
            <a:ext cx="45160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Youth Empowerment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FF33A88-76CF-4F17-87C9-5146FFBCB96D}"/>
              </a:ext>
            </a:extLst>
          </p:cNvPr>
          <p:cNvGrpSpPr/>
          <p:nvPr/>
        </p:nvGrpSpPr>
        <p:grpSpPr>
          <a:xfrm>
            <a:off x="811094" y="2338171"/>
            <a:ext cx="557517" cy="666591"/>
            <a:chOff x="922914" y="1251264"/>
            <a:chExt cx="418138" cy="499943"/>
          </a:xfrm>
        </p:grpSpPr>
        <p:sp>
          <p:nvSpPr>
            <p:cNvPr id="64" name="Shape 5">
              <a:extLst>
                <a:ext uri="{FF2B5EF4-FFF2-40B4-BE49-F238E27FC236}">
                  <a16:creationId xmlns:a16="http://schemas.microsoft.com/office/drawing/2014/main" id="{6DB0697E-538B-4B59-A8E5-D73266B2804A}"/>
                </a:ext>
              </a:extLst>
            </p:cNvPr>
            <p:cNvSpPr/>
            <p:nvPr/>
          </p:nvSpPr>
          <p:spPr>
            <a:xfrm>
              <a:off x="922914" y="1251264"/>
              <a:ext cx="418138" cy="499943"/>
            </a:xfrm>
            <a:prstGeom prst="roundRect">
              <a:avLst>
                <a:gd name="adj" fmla="val 20000"/>
              </a:avLst>
            </a:prstGeom>
            <a:solidFill>
              <a:srgbClr val="F0D4F7"/>
            </a:solidFill>
            <a:ln w="13811">
              <a:solidFill>
                <a:srgbClr val="D6BA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Text 6">
              <a:extLst>
                <a:ext uri="{FF2B5EF4-FFF2-40B4-BE49-F238E27FC236}">
                  <a16:creationId xmlns:a16="http://schemas.microsoft.com/office/drawing/2014/main" id="{AF7DEB98-F8B9-4DD6-97B1-B10DED62CCD8}"/>
                </a:ext>
              </a:extLst>
            </p:cNvPr>
            <p:cNvSpPr/>
            <p:nvPr/>
          </p:nvSpPr>
          <p:spPr>
            <a:xfrm>
              <a:off x="1073223" y="1269930"/>
              <a:ext cx="153055" cy="416481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algn="ctr">
                <a:lnSpc>
                  <a:spcPts val="4375"/>
                </a:lnSpc>
              </a:pPr>
              <a:r>
                <a:rPr lang="en-US" sz="3499" b="1" kern="0" spc="-69" dirty="0">
                  <a:solidFill>
                    <a:srgbClr val="272525"/>
                  </a:solidFill>
                  <a:latin typeface="Arial Rounded MT Bold" panose="020F0704030504030204" pitchFamily="34" charset="0"/>
                  <a:ea typeface="adonis-web"/>
                  <a:cs typeface="Poppins" panose="00000500000000000000" pitchFamily="2" charset="0"/>
                </a:rPr>
                <a:t>2</a:t>
              </a:r>
              <a:endParaRPr lang="en-US" sz="3499" dirty="0">
                <a:latin typeface="Arial Rounded MT Bold" panose="020F0704030504030204" pitchFamily="34" charset="0"/>
                <a:ea typeface="adonis-web"/>
              </a:endParaRPr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2F5D855F-C5E5-45DF-9745-F051626F609E}"/>
              </a:ext>
            </a:extLst>
          </p:cNvPr>
          <p:cNvSpPr txBox="1"/>
          <p:nvPr/>
        </p:nvSpPr>
        <p:spPr>
          <a:xfrm>
            <a:off x="1579905" y="2466479"/>
            <a:ext cx="50639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Accessible Healthcare Services</a:t>
            </a:r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9817BA52-7304-43C2-88D8-B2B48EB8B16D}"/>
              </a:ext>
            </a:extLst>
          </p:cNvPr>
          <p:cNvGrpSpPr/>
          <p:nvPr/>
        </p:nvGrpSpPr>
        <p:grpSpPr>
          <a:xfrm>
            <a:off x="811094" y="3790962"/>
            <a:ext cx="557517" cy="666591"/>
            <a:chOff x="922914" y="1251264"/>
            <a:chExt cx="418138" cy="499943"/>
          </a:xfrm>
        </p:grpSpPr>
        <p:sp>
          <p:nvSpPr>
            <p:cNvPr id="68" name="Shape 5">
              <a:extLst>
                <a:ext uri="{FF2B5EF4-FFF2-40B4-BE49-F238E27FC236}">
                  <a16:creationId xmlns:a16="http://schemas.microsoft.com/office/drawing/2014/main" id="{61ED3A4C-D737-454A-AE40-3740D0A5E156}"/>
                </a:ext>
              </a:extLst>
            </p:cNvPr>
            <p:cNvSpPr/>
            <p:nvPr/>
          </p:nvSpPr>
          <p:spPr>
            <a:xfrm>
              <a:off x="922914" y="1251264"/>
              <a:ext cx="418138" cy="499943"/>
            </a:xfrm>
            <a:prstGeom prst="roundRect">
              <a:avLst>
                <a:gd name="adj" fmla="val 20000"/>
              </a:avLst>
            </a:prstGeom>
            <a:solidFill>
              <a:srgbClr val="F0D4F7"/>
            </a:solidFill>
            <a:ln w="13811">
              <a:solidFill>
                <a:srgbClr val="D6BA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Text 6">
              <a:extLst>
                <a:ext uri="{FF2B5EF4-FFF2-40B4-BE49-F238E27FC236}">
                  <a16:creationId xmlns:a16="http://schemas.microsoft.com/office/drawing/2014/main" id="{5E47FD40-80EE-43C1-AE96-04FFB44B97AB}"/>
                </a:ext>
              </a:extLst>
            </p:cNvPr>
            <p:cNvSpPr/>
            <p:nvPr/>
          </p:nvSpPr>
          <p:spPr>
            <a:xfrm>
              <a:off x="1073223" y="1269930"/>
              <a:ext cx="153055" cy="416481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algn="ctr">
                <a:lnSpc>
                  <a:spcPts val="4375"/>
                </a:lnSpc>
              </a:pPr>
              <a:r>
                <a:rPr lang="en-US" sz="3499" b="1" kern="0" spc="-69" dirty="0">
                  <a:solidFill>
                    <a:srgbClr val="272525"/>
                  </a:solidFill>
                  <a:latin typeface="Arial Rounded MT Bold" panose="020F0704030504030204" pitchFamily="34" charset="0"/>
                  <a:ea typeface="adonis-web"/>
                  <a:cs typeface="Poppins" panose="00000500000000000000" pitchFamily="2" charset="0"/>
                </a:rPr>
                <a:t>3</a:t>
              </a:r>
              <a:endParaRPr lang="en-US" sz="3499" dirty="0">
                <a:latin typeface="Arial Rounded MT Bold" panose="020F0704030504030204" pitchFamily="34" charset="0"/>
                <a:ea typeface="adonis-web"/>
              </a:endParaRP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FA0F002F-C8BF-42DD-A7BB-279DF355213C}"/>
              </a:ext>
            </a:extLst>
          </p:cNvPr>
          <p:cNvSpPr txBox="1"/>
          <p:nvPr/>
        </p:nvSpPr>
        <p:spPr>
          <a:xfrm>
            <a:off x="1579905" y="3919270"/>
            <a:ext cx="45160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Improving Healthcare Services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CBD741C1-A7DA-48EC-BCCD-7D7AE9265893}"/>
              </a:ext>
            </a:extLst>
          </p:cNvPr>
          <p:cNvGrpSpPr/>
          <p:nvPr/>
        </p:nvGrpSpPr>
        <p:grpSpPr>
          <a:xfrm>
            <a:off x="811094" y="5243753"/>
            <a:ext cx="557517" cy="666591"/>
            <a:chOff x="922914" y="1251264"/>
            <a:chExt cx="418138" cy="499943"/>
          </a:xfrm>
        </p:grpSpPr>
        <p:sp>
          <p:nvSpPr>
            <p:cNvPr id="72" name="Shape 5">
              <a:extLst>
                <a:ext uri="{FF2B5EF4-FFF2-40B4-BE49-F238E27FC236}">
                  <a16:creationId xmlns:a16="http://schemas.microsoft.com/office/drawing/2014/main" id="{5E7658B5-5EAD-45B8-AAA8-546C20451A34}"/>
                </a:ext>
              </a:extLst>
            </p:cNvPr>
            <p:cNvSpPr/>
            <p:nvPr/>
          </p:nvSpPr>
          <p:spPr>
            <a:xfrm>
              <a:off x="922914" y="1251264"/>
              <a:ext cx="418138" cy="499943"/>
            </a:xfrm>
            <a:prstGeom prst="roundRect">
              <a:avLst>
                <a:gd name="adj" fmla="val 20000"/>
              </a:avLst>
            </a:prstGeom>
            <a:solidFill>
              <a:srgbClr val="F0D4F7"/>
            </a:solidFill>
            <a:ln w="13811">
              <a:solidFill>
                <a:srgbClr val="D6BAD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Text 6">
              <a:extLst>
                <a:ext uri="{FF2B5EF4-FFF2-40B4-BE49-F238E27FC236}">
                  <a16:creationId xmlns:a16="http://schemas.microsoft.com/office/drawing/2014/main" id="{78611310-B3C9-45F5-B784-638DFAD3D1F7}"/>
                </a:ext>
              </a:extLst>
            </p:cNvPr>
            <p:cNvSpPr/>
            <p:nvPr/>
          </p:nvSpPr>
          <p:spPr>
            <a:xfrm>
              <a:off x="1073223" y="1269930"/>
              <a:ext cx="153055" cy="416481"/>
            </a:xfrm>
            <a:prstGeom prst="rect">
              <a:avLst/>
            </a:prstGeom>
            <a:noFill/>
            <a:ln/>
          </p:spPr>
          <p:txBody>
            <a:bodyPr wrap="none" rtlCol="0" anchor="t"/>
            <a:lstStyle/>
            <a:p>
              <a:pPr algn="ctr">
                <a:lnSpc>
                  <a:spcPts val="4375"/>
                </a:lnSpc>
              </a:pPr>
              <a:r>
                <a:rPr lang="en-US" sz="3499" b="1" kern="0" spc="-69" dirty="0">
                  <a:solidFill>
                    <a:srgbClr val="272525"/>
                  </a:solidFill>
                  <a:latin typeface="Arial Rounded MT Bold" panose="020F0704030504030204" pitchFamily="34" charset="0"/>
                  <a:ea typeface="adonis-web"/>
                  <a:cs typeface="Poppins" panose="00000500000000000000" pitchFamily="2" charset="0"/>
                </a:rPr>
                <a:t>4</a:t>
              </a:r>
              <a:endParaRPr lang="en-US" sz="3499" dirty="0">
                <a:latin typeface="Arial Rounded MT Bold" panose="020F0704030504030204" pitchFamily="34" charset="0"/>
                <a:ea typeface="adonis-web"/>
              </a:endParaRPr>
            </a:p>
          </p:txBody>
        </p:sp>
      </p:grpSp>
      <p:sp>
        <p:nvSpPr>
          <p:cNvPr id="74" name="TextBox 73">
            <a:extLst>
              <a:ext uri="{FF2B5EF4-FFF2-40B4-BE49-F238E27FC236}">
                <a16:creationId xmlns:a16="http://schemas.microsoft.com/office/drawing/2014/main" id="{790776B3-26FE-4701-834A-3E49265A7F9C}"/>
              </a:ext>
            </a:extLst>
          </p:cNvPr>
          <p:cNvSpPr txBox="1"/>
          <p:nvPr/>
        </p:nvSpPr>
        <p:spPr>
          <a:xfrm>
            <a:off x="1579905" y="5372061"/>
            <a:ext cx="51681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Poppins" panose="00000500000000000000" pitchFamily="2" charset="0"/>
                <a:cs typeface="Poppins" panose="00000500000000000000" pitchFamily="2" charset="0"/>
              </a:rPr>
              <a:t>Enhancing Quality of Life</a:t>
            </a:r>
            <a:r>
              <a:rPr lang="ar-EG" sz="24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endParaRPr lang="en-US" sz="2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DBC39D-7E95-4D02-8AF1-A74F713595C0}"/>
              </a:ext>
            </a:extLst>
          </p:cNvPr>
          <p:cNvSpPr/>
          <p:nvPr/>
        </p:nvSpPr>
        <p:spPr>
          <a:xfrm>
            <a:off x="4878359" y="203743"/>
            <a:ext cx="24352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latin typeface="Poppins" panose="00000500000000000000" pitchFamily="2" charset="0"/>
                <a:cs typeface="Poppins" panose="00000500000000000000" pitchFamily="2" charset="0"/>
              </a:rPr>
              <a:t>Objectives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7973144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4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72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"/>
                                        <p:tgtEl>
                                          <p:spTgt spid="7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688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build="allAtOnce"/>
      <p:bldP spid="66" grpId="0" build="allAtOnce"/>
      <p:bldP spid="70" grpId="0" build="allAtOnce"/>
      <p:bldP spid="74" grpId="0" build="allAtOnce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FBC5E95-68E9-9303-6AF9-706747A0D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84307169-0509-436F-BB96-EBEF5C6C5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" y="-804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D34D65D-4234-4833-B7D8-4F468B8274B2}"/>
              </a:ext>
            </a:extLst>
          </p:cNvPr>
          <p:cNvSpPr txBox="1"/>
          <p:nvPr/>
        </p:nvSpPr>
        <p:spPr>
          <a:xfrm>
            <a:off x="1244273" y="2534893"/>
            <a:ext cx="6546665" cy="378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333" b="1" dirty="0">
                <a:latin typeface="Poppins" panose="00000500000000000000" pitchFamily="2" charset="0"/>
                <a:cs typeface="Poppins" panose="00000500000000000000" pitchFamily="2" charset="0"/>
              </a:rPr>
              <a:t>04</a:t>
            </a:r>
          </a:p>
          <a:p>
            <a:r>
              <a:rPr lang="en-US" sz="5333" dirty="0">
                <a:latin typeface="Poppins" panose="00000500000000000000" pitchFamily="2" charset="0"/>
                <a:cs typeface="Poppins" panose="00000500000000000000" pitchFamily="2" charset="0"/>
              </a:rPr>
              <a:t>Related work</a:t>
            </a:r>
          </a:p>
          <a:p>
            <a:endParaRPr lang="en-US" sz="9333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929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FBC5E95-68E9-9303-6AF9-706747A0D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84307169-0509-436F-BB96-EBEF5C6C5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577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502041F-FCBF-4E9B-9A2D-ED4CEA48BCF3}"/>
              </a:ext>
            </a:extLst>
          </p:cNvPr>
          <p:cNvSpPr/>
          <p:nvPr/>
        </p:nvSpPr>
        <p:spPr>
          <a:xfrm>
            <a:off x="4826273" y="414557"/>
            <a:ext cx="2539478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667" b="1" dirty="0">
                <a:solidFill>
                  <a:srgbClr val="2F2F4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Related Work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BB5E31-8E88-47CC-B1F4-BCE5CFD8AF5C}"/>
              </a:ext>
            </a:extLst>
          </p:cNvPr>
          <p:cNvSpPr/>
          <p:nvPr/>
        </p:nvSpPr>
        <p:spPr>
          <a:xfrm>
            <a:off x="244973" y="1359526"/>
            <a:ext cx="1866327" cy="554408"/>
          </a:xfrm>
          <a:prstGeom prst="roundRect">
            <a:avLst/>
          </a:prstGeom>
          <a:solidFill>
            <a:srgbClr val="B1A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Competitive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27C7C03-06CA-4AAF-8373-07EFD188D6A1}"/>
              </a:ext>
            </a:extLst>
          </p:cNvPr>
          <p:cNvSpPr/>
          <p:nvPr/>
        </p:nvSpPr>
        <p:spPr>
          <a:xfrm>
            <a:off x="4168539" y="1359526"/>
            <a:ext cx="1905799" cy="554408"/>
          </a:xfrm>
          <a:prstGeom prst="roundRect">
            <a:avLst/>
          </a:prstGeom>
          <a:solidFill>
            <a:srgbClr val="B1A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        Acne safe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7185F43-E61F-41E6-9002-4435C7B8A0A8}"/>
              </a:ext>
            </a:extLst>
          </p:cNvPr>
          <p:cNvSpPr/>
          <p:nvPr/>
        </p:nvSpPr>
        <p:spPr>
          <a:xfrm>
            <a:off x="6098967" y="1359526"/>
            <a:ext cx="1905799" cy="554408"/>
          </a:xfrm>
          <a:prstGeom prst="roundRect">
            <a:avLst/>
          </a:prstGeom>
          <a:solidFill>
            <a:srgbClr val="B1A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         </a:t>
            </a:r>
            <a:r>
              <a:rPr lang="en-US" sz="1300" b="1" dirty="0">
                <a:latin typeface="Poppins" panose="00000500000000000000" pitchFamily="2" charset="0"/>
                <a:cs typeface="Poppins" panose="00000500000000000000" pitchFamily="2" charset="0"/>
              </a:rPr>
              <a:t>Ai   </a:t>
            </a:r>
          </a:p>
          <a:p>
            <a:pPr algn="ctr"/>
            <a:r>
              <a:rPr lang="en-US" sz="1300" b="1" dirty="0">
                <a:latin typeface="Poppins" panose="00000500000000000000" pitchFamily="2" charset="0"/>
                <a:cs typeface="Poppins" panose="00000500000000000000" pitchFamily="2" charset="0"/>
              </a:rPr>
              <a:t>           dermatologist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5586B3-364C-495B-916D-EE487C01DF2E}"/>
              </a:ext>
            </a:extLst>
          </p:cNvPr>
          <p:cNvSpPr/>
          <p:nvPr/>
        </p:nvSpPr>
        <p:spPr>
          <a:xfrm>
            <a:off x="8017814" y="1359526"/>
            <a:ext cx="1905799" cy="554408"/>
          </a:xfrm>
          <a:prstGeom prst="roundRect">
            <a:avLst/>
          </a:prstGeom>
          <a:solidFill>
            <a:srgbClr val="B1A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          </a:t>
            </a:r>
            <a:r>
              <a:rPr lang="en-US" sz="1600" b="1" dirty="0" err="1">
                <a:latin typeface="Poppins" panose="00000500000000000000" pitchFamily="2" charset="0"/>
                <a:cs typeface="Poppins" panose="00000500000000000000" pitchFamily="2" charset="0"/>
              </a:rPr>
              <a:t>Troveskin</a:t>
            </a:r>
            <a:endParaRPr lang="en-US" sz="16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4AE8E20-9CE6-45CC-B97C-EB06E0FF4C49}"/>
              </a:ext>
            </a:extLst>
          </p:cNvPr>
          <p:cNvSpPr/>
          <p:nvPr/>
        </p:nvSpPr>
        <p:spPr>
          <a:xfrm>
            <a:off x="244973" y="1997407"/>
            <a:ext cx="1866327" cy="554408"/>
          </a:xfrm>
          <a:prstGeom prst="roundRect">
            <a:avLst/>
          </a:prstGeom>
          <a:solidFill>
            <a:srgbClr val="B1A6D6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Automatic Skin Type Detection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ADE2A34-84ED-4C6F-99D5-C5B9A52B8089}"/>
              </a:ext>
            </a:extLst>
          </p:cNvPr>
          <p:cNvSpPr/>
          <p:nvPr/>
        </p:nvSpPr>
        <p:spPr>
          <a:xfrm>
            <a:off x="244973" y="2635289"/>
            <a:ext cx="1866327" cy="554408"/>
          </a:xfrm>
          <a:prstGeom prst="roundRect">
            <a:avLst/>
          </a:prstGeom>
          <a:solidFill>
            <a:srgbClr val="B1A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Detect Acne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80F2941-F8B6-4AB6-9183-6735264F0E50}"/>
              </a:ext>
            </a:extLst>
          </p:cNvPr>
          <p:cNvSpPr/>
          <p:nvPr/>
        </p:nvSpPr>
        <p:spPr>
          <a:xfrm>
            <a:off x="244973" y="3896645"/>
            <a:ext cx="1866327" cy="554408"/>
          </a:xfrm>
          <a:prstGeom prst="roundRect">
            <a:avLst/>
          </a:prstGeom>
          <a:solidFill>
            <a:srgbClr val="B1A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00" b="1" dirty="0">
                <a:latin typeface="Poppins" panose="00000500000000000000" pitchFamily="2" charset="0"/>
                <a:cs typeface="Poppins" panose="00000500000000000000" pitchFamily="2" charset="0"/>
              </a:rPr>
              <a:t>Routine Recommendation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898EFBB-0CD3-4092-B819-09BA77C361FF}"/>
              </a:ext>
            </a:extLst>
          </p:cNvPr>
          <p:cNvSpPr/>
          <p:nvPr/>
        </p:nvSpPr>
        <p:spPr>
          <a:xfrm>
            <a:off x="244973" y="4534526"/>
            <a:ext cx="1866327" cy="554408"/>
          </a:xfrm>
          <a:prstGeom prst="roundRect">
            <a:avLst/>
          </a:prstGeom>
          <a:solidFill>
            <a:srgbClr val="B1A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Integrate with Doctors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8E87E8B-256B-4AC4-9945-2D4E47CFE40E}"/>
              </a:ext>
            </a:extLst>
          </p:cNvPr>
          <p:cNvSpPr/>
          <p:nvPr/>
        </p:nvSpPr>
        <p:spPr>
          <a:xfrm>
            <a:off x="244973" y="5172408"/>
            <a:ext cx="1866327" cy="554408"/>
          </a:xfrm>
          <a:prstGeom prst="roundRect">
            <a:avLst/>
          </a:prstGeom>
          <a:solidFill>
            <a:srgbClr val="B1A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Provide a Diet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6C983E-8A1C-4CD5-B98D-329B8F8D0BB3}"/>
              </a:ext>
            </a:extLst>
          </p:cNvPr>
          <p:cNvSpPr/>
          <p:nvPr/>
        </p:nvSpPr>
        <p:spPr>
          <a:xfrm>
            <a:off x="244973" y="5810289"/>
            <a:ext cx="1866327" cy="554408"/>
          </a:xfrm>
          <a:prstGeom prst="roundRect">
            <a:avLst/>
          </a:prstGeom>
          <a:solidFill>
            <a:srgbClr val="B1A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Skin Tracking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A6F52C4-1851-42C1-80D1-75FCD0FF9FDC}"/>
              </a:ext>
            </a:extLst>
          </p:cNvPr>
          <p:cNvSpPr/>
          <p:nvPr/>
        </p:nvSpPr>
        <p:spPr>
          <a:xfrm>
            <a:off x="2189842" y="1997407"/>
            <a:ext cx="1866327" cy="554408"/>
          </a:xfrm>
          <a:prstGeom prst="roundRect">
            <a:avLst/>
          </a:prstGeom>
          <a:solidFill>
            <a:srgbClr val="E6E7F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703E64A-313F-4DB5-8996-570C65286D10}"/>
              </a:ext>
            </a:extLst>
          </p:cNvPr>
          <p:cNvSpPr/>
          <p:nvPr/>
        </p:nvSpPr>
        <p:spPr>
          <a:xfrm>
            <a:off x="2189842" y="2635289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433DBD3-218C-4CE6-BE67-5573C71D46F9}"/>
              </a:ext>
            </a:extLst>
          </p:cNvPr>
          <p:cNvSpPr/>
          <p:nvPr/>
        </p:nvSpPr>
        <p:spPr>
          <a:xfrm>
            <a:off x="2189842" y="3896645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DADBBE2-E37E-4C17-8311-8A3A9934905C}"/>
              </a:ext>
            </a:extLst>
          </p:cNvPr>
          <p:cNvSpPr/>
          <p:nvPr/>
        </p:nvSpPr>
        <p:spPr>
          <a:xfrm>
            <a:off x="2189842" y="4534526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4704907-A70F-4F58-82CE-EB9E014B0210}"/>
              </a:ext>
            </a:extLst>
          </p:cNvPr>
          <p:cNvSpPr/>
          <p:nvPr/>
        </p:nvSpPr>
        <p:spPr>
          <a:xfrm>
            <a:off x="2189842" y="5172408"/>
            <a:ext cx="1866327" cy="554408"/>
          </a:xfrm>
          <a:prstGeom prst="roundRect">
            <a:avLst/>
          </a:prstGeom>
          <a:solidFill>
            <a:srgbClr val="E8EBF1"/>
          </a:solidFill>
          <a:ln w="25400">
            <a:solidFill>
              <a:srgbClr val="E8EC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B6896A2-7338-4B88-B9F1-BA053790C62C}"/>
              </a:ext>
            </a:extLst>
          </p:cNvPr>
          <p:cNvSpPr/>
          <p:nvPr/>
        </p:nvSpPr>
        <p:spPr>
          <a:xfrm>
            <a:off x="2189842" y="5810289"/>
            <a:ext cx="1866327" cy="554408"/>
          </a:xfrm>
          <a:prstGeom prst="roundRect">
            <a:avLst/>
          </a:prstGeom>
          <a:solidFill>
            <a:srgbClr val="E6E7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935B55A-CA8D-4371-A94F-6547FD2E1BDC}"/>
              </a:ext>
            </a:extLst>
          </p:cNvPr>
          <p:cNvSpPr/>
          <p:nvPr/>
        </p:nvSpPr>
        <p:spPr>
          <a:xfrm>
            <a:off x="4166566" y="2010425"/>
            <a:ext cx="1866327" cy="554408"/>
          </a:xfrm>
          <a:prstGeom prst="roundRect">
            <a:avLst/>
          </a:prstGeom>
          <a:solidFill>
            <a:srgbClr val="E6E7F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CDDE686-9914-47AC-B70C-9FDA1778FD75}"/>
              </a:ext>
            </a:extLst>
          </p:cNvPr>
          <p:cNvSpPr/>
          <p:nvPr/>
        </p:nvSpPr>
        <p:spPr>
          <a:xfrm>
            <a:off x="4166566" y="2648306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913BC36-F4C6-442C-A5D7-8DF58A230038}"/>
              </a:ext>
            </a:extLst>
          </p:cNvPr>
          <p:cNvSpPr/>
          <p:nvPr/>
        </p:nvSpPr>
        <p:spPr>
          <a:xfrm>
            <a:off x="4166566" y="3909662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7470FF8-AC4A-46C2-8B45-2CD8C78A5DF0}"/>
              </a:ext>
            </a:extLst>
          </p:cNvPr>
          <p:cNvSpPr/>
          <p:nvPr/>
        </p:nvSpPr>
        <p:spPr>
          <a:xfrm>
            <a:off x="4166566" y="4547544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EC1870E-C130-442C-BB1E-2049B7A25D26}"/>
              </a:ext>
            </a:extLst>
          </p:cNvPr>
          <p:cNvSpPr/>
          <p:nvPr/>
        </p:nvSpPr>
        <p:spPr>
          <a:xfrm>
            <a:off x="4166566" y="5185425"/>
            <a:ext cx="1866327" cy="554408"/>
          </a:xfrm>
          <a:prstGeom prst="roundRect">
            <a:avLst/>
          </a:prstGeom>
          <a:solidFill>
            <a:srgbClr val="E8EBF1"/>
          </a:solidFill>
          <a:ln w="25400">
            <a:solidFill>
              <a:srgbClr val="E8EC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34A396C-AE53-461B-A58E-E22BB37CA94A}"/>
              </a:ext>
            </a:extLst>
          </p:cNvPr>
          <p:cNvSpPr/>
          <p:nvPr/>
        </p:nvSpPr>
        <p:spPr>
          <a:xfrm>
            <a:off x="4166566" y="5823306"/>
            <a:ext cx="1866327" cy="554408"/>
          </a:xfrm>
          <a:prstGeom prst="roundRect">
            <a:avLst/>
          </a:prstGeom>
          <a:solidFill>
            <a:srgbClr val="E6E7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99CA8C0-F962-44A6-81C0-AAAAC40D8741}"/>
              </a:ext>
            </a:extLst>
          </p:cNvPr>
          <p:cNvSpPr/>
          <p:nvPr/>
        </p:nvSpPr>
        <p:spPr>
          <a:xfrm>
            <a:off x="6096994" y="1997407"/>
            <a:ext cx="1866327" cy="554408"/>
          </a:xfrm>
          <a:prstGeom prst="roundRect">
            <a:avLst/>
          </a:prstGeom>
          <a:solidFill>
            <a:srgbClr val="E6E7F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CCDB37F-F186-4E2B-BA95-E29D86048C49}"/>
              </a:ext>
            </a:extLst>
          </p:cNvPr>
          <p:cNvSpPr/>
          <p:nvPr/>
        </p:nvSpPr>
        <p:spPr>
          <a:xfrm>
            <a:off x="6096994" y="2635289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92DA28B-80E0-4307-8E08-AFDA5F87078F}"/>
              </a:ext>
            </a:extLst>
          </p:cNvPr>
          <p:cNvSpPr/>
          <p:nvPr/>
        </p:nvSpPr>
        <p:spPr>
          <a:xfrm>
            <a:off x="6096994" y="3896645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766CA9A-A174-4FAB-B5C6-450FF81D9EA3}"/>
              </a:ext>
            </a:extLst>
          </p:cNvPr>
          <p:cNvSpPr/>
          <p:nvPr/>
        </p:nvSpPr>
        <p:spPr>
          <a:xfrm>
            <a:off x="6096994" y="4534526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400693D-2647-417F-A454-6B73FF7FA20A}"/>
              </a:ext>
            </a:extLst>
          </p:cNvPr>
          <p:cNvSpPr/>
          <p:nvPr/>
        </p:nvSpPr>
        <p:spPr>
          <a:xfrm>
            <a:off x="6096994" y="5172408"/>
            <a:ext cx="1866327" cy="554408"/>
          </a:xfrm>
          <a:prstGeom prst="roundRect">
            <a:avLst/>
          </a:prstGeom>
          <a:solidFill>
            <a:srgbClr val="E8EBF1"/>
          </a:solidFill>
          <a:ln w="25400">
            <a:solidFill>
              <a:srgbClr val="E8EC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B38C130-7764-4B44-8077-57AE57705EF6}"/>
              </a:ext>
            </a:extLst>
          </p:cNvPr>
          <p:cNvSpPr/>
          <p:nvPr/>
        </p:nvSpPr>
        <p:spPr>
          <a:xfrm>
            <a:off x="6096994" y="5810289"/>
            <a:ext cx="1866327" cy="554408"/>
          </a:xfrm>
          <a:prstGeom prst="roundRect">
            <a:avLst/>
          </a:prstGeom>
          <a:solidFill>
            <a:srgbClr val="E6E7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330298E-4405-4AF1-8592-C277A1B3A2BA}"/>
              </a:ext>
            </a:extLst>
          </p:cNvPr>
          <p:cNvSpPr/>
          <p:nvPr/>
        </p:nvSpPr>
        <p:spPr>
          <a:xfrm>
            <a:off x="8059260" y="1997407"/>
            <a:ext cx="1866327" cy="554408"/>
          </a:xfrm>
          <a:prstGeom prst="roundRect">
            <a:avLst/>
          </a:prstGeom>
          <a:solidFill>
            <a:srgbClr val="E6E7F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FDDFB9C-EB05-4EC2-BC39-B3452A7F2F09}"/>
              </a:ext>
            </a:extLst>
          </p:cNvPr>
          <p:cNvSpPr/>
          <p:nvPr/>
        </p:nvSpPr>
        <p:spPr>
          <a:xfrm>
            <a:off x="8059260" y="2635289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72B99FE-2596-4C86-84FB-92344AD65BBE}"/>
              </a:ext>
            </a:extLst>
          </p:cNvPr>
          <p:cNvSpPr/>
          <p:nvPr/>
        </p:nvSpPr>
        <p:spPr>
          <a:xfrm>
            <a:off x="8059260" y="3896645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44166BE-97FB-4E3C-9EF6-501BB9E971D1}"/>
              </a:ext>
            </a:extLst>
          </p:cNvPr>
          <p:cNvSpPr/>
          <p:nvPr/>
        </p:nvSpPr>
        <p:spPr>
          <a:xfrm>
            <a:off x="8059260" y="4534526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27AE525-6ACF-46F9-88DD-889B0E44AD11}"/>
              </a:ext>
            </a:extLst>
          </p:cNvPr>
          <p:cNvSpPr/>
          <p:nvPr/>
        </p:nvSpPr>
        <p:spPr>
          <a:xfrm>
            <a:off x="8059260" y="5172408"/>
            <a:ext cx="1866327" cy="554408"/>
          </a:xfrm>
          <a:prstGeom prst="roundRect">
            <a:avLst/>
          </a:prstGeom>
          <a:solidFill>
            <a:srgbClr val="E8EBF1"/>
          </a:solidFill>
          <a:ln w="25400">
            <a:solidFill>
              <a:srgbClr val="E8EC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D7A563C-6800-440C-B35C-8980131F71BE}"/>
              </a:ext>
            </a:extLst>
          </p:cNvPr>
          <p:cNvSpPr/>
          <p:nvPr/>
        </p:nvSpPr>
        <p:spPr>
          <a:xfrm>
            <a:off x="8059260" y="5810289"/>
            <a:ext cx="1866327" cy="554408"/>
          </a:xfrm>
          <a:prstGeom prst="roundRect">
            <a:avLst/>
          </a:prstGeom>
          <a:solidFill>
            <a:srgbClr val="E6E7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2" name="Graphic 51" descr="Close">
            <a:extLst>
              <a:ext uri="{FF2B5EF4-FFF2-40B4-BE49-F238E27FC236}">
                <a16:creationId xmlns:a16="http://schemas.microsoft.com/office/drawing/2014/main" id="{C8FDD69D-2741-4E28-9852-5E69B6E647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93102" y="2034647"/>
            <a:ext cx="477927" cy="477927"/>
          </a:xfrm>
          <a:prstGeom prst="rect">
            <a:avLst/>
          </a:prstGeom>
        </p:spPr>
      </p:pic>
      <p:pic>
        <p:nvPicPr>
          <p:cNvPr id="53" name="Graphic 52" descr="Close">
            <a:extLst>
              <a:ext uri="{FF2B5EF4-FFF2-40B4-BE49-F238E27FC236}">
                <a16:creationId xmlns:a16="http://schemas.microsoft.com/office/drawing/2014/main" id="{10CF7490-601D-4FFD-A50B-7CF0BE7809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6890" y="2034647"/>
            <a:ext cx="477927" cy="477927"/>
          </a:xfrm>
          <a:prstGeom prst="rect">
            <a:avLst/>
          </a:prstGeom>
        </p:spPr>
      </p:pic>
      <p:pic>
        <p:nvPicPr>
          <p:cNvPr id="54" name="Graphic 53" descr="Close">
            <a:extLst>
              <a:ext uri="{FF2B5EF4-FFF2-40B4-BE49-F238E27FC236}">
                <a16:creationId xmlns:a16="http://schemas.microsoft.com/office/drawing/2014/main" id="{7DF4E995-FB2B-43C2-8CA8-6B8A397DCD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91194" y="2034647"/>
            <a:ext cx="477927" cy="477927"/>
          </a:xfrm>
          <a:prstGeom prst="rect">
            <a:avLst/>
          </a:prstGeom>
        </p:spPr>
      </p:pic>
      <p:pic>
        <p:nvPicPr>
          <p:cNvPr id="55" name="Graphic 54" descr="Close">
            <a:extLst>
              <a:ext uri="{FF2B5EF4-FFF2-40B4-BE49-F238E27FC236}">
                <a16:creationId xmlns:a16="http://schemas.microsoft.com/office/drawing/2014/main" id="{97116DCB-A1DF-480A-9E9A-0CA0169C1B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31750" y="2034647"/>
            <a:ext cx="477927" cy="477927"/>
          </a:xfrm>
          <a:prstGeom prst="rect">
            <a:avLst/>
          </a:prstGeom>
        </p:spPr>
      </p:pic>
      <p:pic>
        <p:nvPicPr>
          <p:cNvPr id="57" name="Graphic 56" descr="Checkmark">
            <a:extLst>
              <a:ext uri="{FF2B5EF4-FFF2-40B4-BE49-F238E27FC236}">
                <a16:creationId xmlns:a16="http://schemas.microsoft.com/office/drawing/2014/main" id="{909EC384-5B0D-460E-86F2-61CE32608D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02249" y="2647553"/>
            <a:ext cx="499235" cy="499235"/>
          </a:xfrm>
          <a:prstGeom prst="rect">
            <a:avLst/>
          </a:prstGeom>
        </p:spPr>
      </p:pic>
      <p:pic>
        <p:nvPicPr>
          <p:cNvPr id="59" name="Graphic 58" descr="Checkmark">
            <a:extLst>
              <a:ext uri="{FF2B5EF4-FFF2-40B4-BE49-F238E27FC236}">
                <a16:creationId xmlns:a16="http://schemas.microsoft.com/office/drawing/2014/main" id="{82FCB0F5-539C-410C-AA6A-2DF86216FB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82449" y="3929089"/>
            <a:ext cx="499235" cy="499235"/>
          </a:xfrm>
          <a:prstGeom prst="rect">
            <a:avLst/>
          </a:prstGeom>
        </p:spPr>
      </p:pic>
      <p:pic>
        <p:nvPicPr>
          <p:cNvPr id="61" name="Graphic 60" descr="Close">
            <a:extLst>
              <a:ext uri="{FF2B5EF4-FFF2-40B4-BE49-F238E27FC236}">
                <a16:creationId xmlns:a16="http://schemas.microsoft.com/office/drawing/2014/main" id="{AA4A619A-D5D9-46DD-96E0-59BDB65F34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12902" y="3939742"/>
            <a:ext cx="477927" cy="477927"/>
          </a:xfrm>
          <a:prstGeom prst="rect">
            <a:avLst/>
          </a:prstGeom>
        </p:spPr>
      </p:pic>
      <p:pic>
        <p:nvPicPr>
          <p:cNvPr id="62" name="Graphic 61" descr="Checkmark">
            <a:extLst>
              <a:ext uri="{FF2B5EF4-FFF2-40B4-BE49-F238E27FC236}">
                <a16:creationId xmlns:a16="http://schemas.microsoft.com/office/drawing/2014/main" id="{C19ACF75-F165-4231-AEC4-6FA3528546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21096" y="3929089"/>
            <a:ext cx="499235" cy="499235"/>
          </a:xfrm>
          <a:prstGeom prst="rect">
            <a:avLst/>
          </a:prstGeom>
        </p:spPr>
      </p:pic>
      <p:pic>
        <p:nvPicPr>
          <p:cNvPr id="63" name="Graphic 62" descr="Close">
            <a:extLst>
              <a:ext uri="{FF2B5EF4-FFF2-40B4-BE49-F238E27FC236}">
                <a16:creationId xmlns:a16="http://schemas.microsoft.com/office/drawing/2014/main" id="{F74DA552-6E79-4E98-92BC-7EEF04BC70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93102" y="4578519"/>
            <a:ext cx="477927" cy="477927"/>
          </a:xfrm>
          <a:prstGeom prst="rect">
            <a:avLst/>
          </a:prstGeom>
        </p:spPr>
      </p:pic>
      <p:pic>
        <p:nvPicPr>
          <p:cNvPr id="65" name="Graphic 64" descr="Close">
            <a:extLst>
              <a:ext uri="{FF2B5EF4-FFF2-40B4-BE49-F238E27FC236}">
                <a16:creationId xmlns:a16="http://schemas.microsoft.com/office/drawing/2014/main" id="{D37974A0-F9E5-4E31-B48C-633E6598F4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85150" y="4578519"/>
            <a:ext cx="477927" cy="477927"/>
          </a:xfrm>
          <a:prstGeom prst="rect">
            <a:avLst/>
          </a:prstGeom>
        </p:spPr>
      </p:pic>
      <p:pic>
        <p:nvPicPr>
          <p:cNvPr id="66" name="Graphic 65" descr="Close">
            <a:extLst>
              <a:ext uri="{FF2B5EF4-FFF2-40B4-BE49-F238E27FC236}">
                <a16:creationId xmlns:a16="http://schemas.microsoft.com/office/drawing/2014/main" id="{EFDB3C23-23E3-4BD3-9C27-2A167617DA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20030" y="4578519"/>
            <a:ext cx="477927" cy="477927"/>
          </a:xfrm>
          <a:prstGeom prst="rect">
            <a:avLst/>
          </a:prstGeom>
        </p:spPr>
      </p:pic>
      <p:pic>
        <p:nvPicPr>
          <p:cNvPr id="68" name="Graphic 67" descr="Close">
            <a:extLst>
              <a:ext uri="{FF2B5EF4-FFF2-40B4-BE49-F238E27FC236}">
                <a16:creationId xmlns:a16="http://schemas.microsoft.com/office/drawing/2014/main" id="{A7C8C7F3-D01E-4E07-A2A9-6ACBF3B328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1687" y="5223666"/>
            <a:ext cx="477927" cy="477927"/>
          </a:xfrm>
          <a:prstGeom prst="rect">
            <a:avLst/>
          </a:prstGeom>
        </p:spPr>
      </p:pic>
      <p:pic>
        <p:nvPicPr>
          <p:cNvPr id="69" name="Graphic 68" descr="Close">
            <a:extLst>
              <a:ext uri="{FF2B5EF4-FFF2-40B4-BE49-F238E27FC236}">
                <a16:creationId xmlns:a16="http://schemas.microsoft.com/office/drawing/2014/main" id="{9F383014-5866-48D2-9ED1-91C376136A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12902" y="5223666"/>
            <a:ext cx="477927" cy="477927"/>
          </a:xfrm>
          <a:prstGeom prst="rect">
            <a:avLst/>
          </a:prstGeom>
        </p:spPr>
      </p:pic>
      <p:pic>
        <p:nvPicPr>
          <p:cNvPr id="70" name="Graphic 69" descr="Close">
            <a:extLst>
              <a:ext uri="{FF2B5EF4-FFF2-40B4-BE49-F238E27FC236}">
                <a16:creationId xmlns:a16="http://schemas.microsoft.com/office/drawing/2014/main" id="{25731F23-FAA2-44FB-B612-6CB7CDC5DE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53460" y="5223666"/>
            <a:ext cx="477927" cy="477927"/>
          </a:xfrm>
          <a:prstGeom prst="rect">
            <a:avLst/>
          </a:prstGeom>
        </p:spPr>
      </p:pic>
      <p:pic>
        <p:nvPicPr>
          <p:cNvPr id="71" name="Graphic 70" descr="Close">
            <a:extLst>
              <a:ext uri="{FF2B5EF4-FFF2-40B4-BE49-F238E27FC236}">
                <a16:creationId xmlns:a16="http://schemas.microsoft.com/office/drawing/2014/main" id="{318791EC-BA34-455C-A027-EB2237F3FB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93102" y="5871142"/>
            <a:ext cx="477927" cy="477927"/>
          </a:xfrm>
          <a:prstGeom prst="rect">
            <a:avLst/>
          </a:prstGeom>
        </p:spPr>
      </p:pic>
      <p:pic>
        <p:nvPicPr>
          <p:cNvPr id="72" name="Graphic 71" descr="Close">
            <a:extLst>
              <a:ext uri="{FF2B5EF4-FFF2-40B4-BE49-F238E27FC236}">
                <a16:creationId xmlns:a16="http://schemas.microsoft.com/office/drawing/2014/main" id="{1351FCC1-B179-4E5D-92A9-B696B4DA9A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38955" y="5857595"/>
            <a:ext cx="477927" cy="477927"/>
          </a:xfrm>
          <a:prstGeom prst="rect">
            <a:avLst/>
          </a:prstGeom>
        </p:spPr>
      </p:pic>
      <p:pic>
        <p:nvPicPr>
          <p:cNvPr id="73" name="Graphic 72" descr="Close">
            <a:extLst>
              <a:ext uri="{FF2B5EF4-FFF2-40B4-BE49-F238E27FC236}">
                <a16:creationId xmlns:a16="http://schemas.microsoft.com/office/drawing/2014/main" id="{9A109824-AA4F-4BC9-A2FF-3161DF352F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60366" y="5860567"/>
            <a:ext cx="477927" cy="477927"/>
          </a:xfrm>
          <a:prstGeom prst="rect">
            <a:avLst/>
          </a:prstGeom>
        </p:spPr>
      </p:pic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A91E6FA6-D153-4BDB-9008-48819B5FEE49}"/>
              </a:ext>
            </a:extLst>
          </p:cNvPr>
          <p:cNvSpPr/>
          <p:nvPr/>
        </p:nvSpPr>
        <p:spPr>
          <a:xfrm>
            <a:off x="9970959" y="1346088"/>
            <a:ext cx="1905799" cy="554408"/>
          </a:xfrm>
          <a:prstGeom prst="roundRect">
            <a:avLst/>
          </a:prstGeom>
          <a:solidFill>
            <a:srgbClr val="B1A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      Pearl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09A952A9-8C1A-4132-8574-50A37BEFD683}"/>
              </a:ext>
            </a:extLst>
          </p:cNvPr>
          <p:cNvSpPr/>
          <p:nvPr/>
        </p:nvSpPr>
        <p:spPr>
          <a:xfrm>
            <a:off x="10012405" y="1983969"/>
            <a:ext cx="1866327" cy="554408"/>
          </a:xfrm>
          <a:prstGeom prst="roundRect">
            <a:avLst/>
          </a:prstGeom>
          <a:solidFill>
            <a:srgbClr val="E6E7F1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2FE85BB9-1B6F-4475-B92D-0D8B37680D53}"/>
              </a:ext>
            </a:extLst>
          </p:cNvPr>
          <p:cNvSpPr/>
          <p:nvPr/>
        </p:nvSpPr>
        <p:spPr>
          <a:xfrm>
            <a:off x="10012405" y="2621851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9D287C19-D96D-423F-B8FD-0C2D8B2194DD}"/>
              </a:ext>
            </a:extLst>
          </p:cNvPr>
          <p:cNvSpPr/>
          <p:nvPr/>
        </p:nvSpPr>
        <p:spPr>
          <a:xfrm>
            <a:off x="10012405" y="3883207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2879B699-02BD-438E-93B4-534EF2290B92}"/>
              </a:ext>
            </a:extLst>
          </p:cNvPr>
          <p:cNvSpPr/>
          <p:nvPr/>
        </p:nvSpPr>
        <p:spPr>
          <a:xfrm>
            <a:off x="10012405" y="4521088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A9512F53-E77A-4D48-8B1A-202DDAAF2721}"/>
              </a:ext>
            </a:extLst>
          </p:cNvPr>
          <p:cNvSpPr/>
          <p:nvPr/>
        </p:nvSpPr>
        <p:spPr>
          <a:xfrm>
            <a:off x="10012405" y="5158970"/>
            <a:ext cx="1866327" cy="554408"/>
          </a:xfrm>
          <a:prstGeom prst="roundRect">
            <a:avLst/>
          </a:prstGeom>
          <a:solidFill>
            <a:srgbClr val="E8EBF1"/>
          </a:solidFill>
          <a:ln w="25400">
            <a:solidFill>
              <a:srgbClr val="E8EC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14B7E32B-8739-4006-AC30-7834049BE6F8}"/>
              </a:ext>
            </a:extLst>
          </p:cNvPr>
          <p:cNvSpPr/>
          <p:nvPr/>
        </p:nvSpPr>
        <p:spPr>
          <a:xfrm>
            <a:off x="10012405" y="5796851"/>
            <a:ext cx="1866327" cy="554408"/>
          </a:xfrm>
          <a:prstGeom prst="roundRect">
            <a:avLst/>
          </a:prstGeom>
          <a:solidFill>
            <a:srgbClr val="E6E7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94" name="Graphic 93" descr="Checkmark">
            <a:extLst>
              <a:ext uri="{FF2B5EF4-FFF2-40B4-BE49-F238E27FC236}">
                <a16:creationId xmlns:a16="http://schemas.microsoft.com/office/drawing/2014/main" id="{A5BB1B05-74B2-4B5F-AC3C-9A854A7D9B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74241" y="3915651"/>
            <a:ext cx="499235" cy="499235"/>
          </a:xfrm>
          <a:prstGeom prst="rect">
            <a:avLst/>
          </a:prstGeom>
        </p:spPr>
      </p:pic>
      <p:pic>
        <p:nvPicPr>
          <p:cNvPr id="100" name="Graphic 99" descr="Checkmark">
            <a:extLst>
              <a:ext uri="{FF2B5EF4-FFF2-40B4-BE49-F238E27FC236}">
                <a16:creationId xmlns:a16="http://schemas.microsoft.com/office/drawing/2014/main" id="{2946B3CF-CFAA-48B2-8736-8EEA0867B5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89722" y="5863431"/>
            <a:ext cx="499235" cy="499235"/>
          </a:xfrm>
          <a:prstGeom prst="rect">
            <a:avLst/>
          </a:prstGeom>
        </p:spPr>
      </p:pic>
      <p:pic>
        <p:nvPicPr>
          <p:cNvPr id="101" name="Graphic 100" descr="Checkmark">
            <a:extLst>
              <a:ext uri="{FF2B5EF4-FFF2-40B4-BE49-F238E27FC236}">
                <a16:creationId xmlns:a16="http://schemas.microsoft.com/office/drawing/2014/main" id="{F8784E3B-25D0-4537-BAB2-EFA496F643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00002" y="5199081"/>
            <a:ext cx="499235" cy="499235"/>
          </a:xfrm>
          <a:prstGeom prst="rect">
            <a:avLst/>
          </a:prstGeom>
        </p:spPr>
      </p:pic>
      <p:pic>
        <p:nvPicPr>
          <p:cNvPr id="102" name="Graphic 101" descr="Checkmark">
            <a:extLst>
              <a:ext uri="{FF2B5EF4-FFF2-40B4-BE49-F238E27FC236}">
                <a16:creationId xmlns:a16="http://schemas.microsoft.com/office/drawing/2014/main" id="{2D629AC8-278E-484D-B6C3-B8D5F84410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10282" y="4534731"/>
            <a:ext cx="499235" cy="499235"/>
          </a:xfrm>
          <a:prstGeom prst="rect">
            <a:avLst/>
          </a:prstGeom>
        </p:spPr>
      </p:pic>
      <p:pic>
        <p:nvPicPr>
          <p:cNvPr id="104" name="Graphic 103" descr="Checkmark">
            <a:extLst>
              <a:ext uri="{FF2B5EF4-FFF2-40B4-BE49-F238E27FC236}">
                <a16:creationId xmlns:a16="http://schemas.microsoft.com/office/drawing/2014/main" id="{F12EF61B-C277-4429-B541-DAEDD314B5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30842" y="2640431"/>
            <a:ext cx="499235" cy="499235"/>
          </a:xfrm>
          <a:prstGeom prst="rect">
            <a:avLst/>
          </a:prstGeom>
        </p:spPr>
      </p:pic>
      <p:pic>
        <p:nvPicPr>
          <p:cNvPr id="105" name="Graphic 104" descr="Checkmark">
            <a:extLst>
              <a:ext uri="{FF2B5EF4-FFF2-40B4-BE49-F238E27FC236}">
                <a16:creationId xmlns:a16="http://schemas.microsoft.com/office/drawing/2014/main" id="{50CF5B6B-6657-4944-BA29-19D854A5E6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41122" y="1999231"/>
            <a:ext cx="499235" cy="499235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72D5FC6E-8518-46D6-BCCF-985246A7BAE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227" t="3227" r="3227" b="3227"/>
          <a:stretch>
            <a:fillRect/>
          </a:stretch>
        </p:blipFill>
        <p:spPr>
          <a:xfrm>
            <a:off x="8151970" y="1412431"/>
            <a:ext cx="451459" cy="451459"/>
          </a:xfrm>
          <a:custGeom>
            <a:avLst/>
            <a:gdLst>
              <a:gd name="connsiteX0" fmla="*/ 259085 w 1554480"/>
              <a:gd name="connsiteY0" fmla="*/ 0 h 1554480"/>
              <a:gd name="connsiteX1" fmla="*/ 1295395 w 1554480"/>
              <a:gd name="connsiteY1" fmla="*/ 0 h 1554480"/>
              <a:gd name="connsiteX2" fmla="*/ 1554480 w 1554480"/>
              <a:gd name="connsiteY2" fmla="*/ 259085 h 1554480"/>
              <a:gd name="connsiteX3" fmla="*/ 1554480 w 1554480"/>
              <a:gd name="connsiteY3" fmla="*/ 1295395 h 1554480"/>
              <a:gd name="connsiteX4" fmla="*/ 1295395 w 1554480"/>
              <a:gd name="connsiteY4" fmla="*/ 1554480 h 1554480"/>
              <a:gd name="connsiteX5" fmla="*/ 259085 w 1554480"/>
              <a:gd name="connsiteY5" fmla="*/ 1554480 h 1554480"/>
              <a:gd name="connsiteX6" fmla="*/ 0 w 1554480"/>
              <a:gd name="connsiteY6" fmla="*/ 1295395 h 1554480"/>
              <a:gd name="connsiteX7" fmla="*/ 0 w 1554480"/>
              <a:gd name="connsiteY7" fmla="*/ 259085 h 1554480"/>
              <a:gd name="connsiteX8" fmla="*/ 259085 w 1554480"/>
              <a:gd name="connsiteY8" fmla="*/ 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554480">
                <a:moveTo>
                  <a:pt x="259085" y="0"/>
                </a:moveTo>
                <a:lnTo>
                  <a:pt x="1295395" y="0"/>
                </a:lnTo>
                <a:cubicBezTo>
                  <a:pt x="1438484" y="0"/>
                  <a:pt x="1554480" y="115996"/>
                  <a:pt x="1554480" y="259085"/>
                </a:cubicBezTo>
                <a:lnTo>
                  <a:pt x="1554480" y="1295395"/>
                </a:lnTo>
                <a:cubicBezTo>
                  <a:pt x="1554480" y="1438484"/>
                  <a:pt x="1438484" y="1554480"/>
                  <a:pt x="1295395" y="1554480"/>
                </a:cubicBezTo>
                <a:lnTo>
                  <a:pt x="259085" y="1554480"/>
                </a:lnTo>
                <a:cubicBezTo>
                  <a:pt x="115996" y="1554480"/>
                  <a:pt x="0" y="1438484"/>
                  <a:pt x="0" y="1295395"/>
                </a:cubicBezTo>
                <a:lnTo>
                  <a:pt x="0" y="259085"/>
                </a:lnTo>
                <a:cubicBezTo>
                  <a:pt x="0" y="115996"/>
                  <a:pt x="115996" y="0"/>
                  <a:pt x="259085" y="0"/>
                </a:cubicBezTo>
                <a:close/>
              </a:path>
            </a:pathLst>
          </a:cu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589DD1A7-3C77-48B0-8DD2-060D8D6BCB1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5680" t="5680" r="5680" b="5680"/>
          <a:stretch>
            <a:fillRect/>
          </a:stretch>
        </p:blipFill>
        <p:spPr>
          <a:xfrm>
            <a:off x="6155287" y="1405532"/>
            <a:ext cx="446607" cy="446607"/>
          </a:xfrm>
          <a:custGeom>
            <a:avLst/>
            <a:gdLst>
              <a:gd name="connsiteX0" fmla="*/ 259085 w 1554480"/>
              <a:gd name="connsiteY0" fmla="*/ 0 h 1554480"/>
              <a:gd name="connsiteX1" fmla="*/ 1295395 w 1554480"/>
              <a:gd name="connsiteY1" fmla="*/ 0 h 1554480"/>
              <a:gd name="connsiteX2" fmla="*/ 1554480 w 1554480"/>
              <a:gd name="connsiteY2" fmla="*/ 259085 h 1554480"/>
              <a:gd name="connsiteX3" fmla="*/ 1554480 w 1554480"/>
              <a:gd name="connsiteY3" fmla="*/ 1295395 h 1554480"/>
              <a:gd name="connsiteX4" fmla="*/ 1295395 w 1554480"/>
              <a:gd name="connsiteY4" fmla="*/ 1554480 h 1554480"/>
              <a:gd name="connsiteX5" fmla="*/ 259085 w 1554480"/>
              <a:gd name="connsiteY5" fmla="*/ 1554480 h 1554480"/>
              <a:gd name="connsiteX6" fmla="*/ 0 w 1554480"/>
              <a:gd name="connsiteY6" fmla="*/ 1295395 h 1554480"/>
              <a:gd name="connsiteX7" fmla="*/ 0 w 1554480"/>
              <a:gd name="connsiteY7" fmla="*/ 259085 h 1554480"/>
              <a:gd name="connsiteX8" fmla="*/ 259085 w 1554480"/>
              <a:gd name="connsiteY8" fmla="*/ 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554480">
                <a:moveTo>
                  <a:pt x="259085" y="0"/>
                </a:moveTo>
                <a:lnTo>
                  <a:pt x="1295395" y="0"/>
                </a:lnTo>
                <a:cubicBezTo>
                  <a:pt x="1438484" y="0"/>
                  <a:pt x="1554480" y="115996"/>
                  <a:pt x="1554480" y="259085"/>
                </a:cubicBezTo>
                <a:lnTo>
                  <a:pt x="1554480" y="1295395"/>
                </a:lnTo>
                <a:cubicBezTo>
                  <a:pt x="1554480" y="1438484"/>
                  <a:pt x="1438484" y="1554480"/>
                  <a:pt x="1295395" y="1554480"/>
                </a:cubicBezTo>
                <a:lnTo>
                  <a:pt x="259085" y="1554480"/>
                </a:lnTo>
                <a:cubicBezTo>
                  <a:pt x="115996" y="1554480"/>
                  <a:pt x="0" y="1438484"/>
                  <a:pt x="0" y="1295395"/>
                </a:cubicBezTo>
                <a:lnTo>
                  <a:pt x="0" y="259085"/>
                </a:lnTo>
                <a:cubicBezTo>
                  <a:pt x="0" y="115996"/>
                  <a:pt x="115996" y="0"/>
                  <a:pt x="259085" y="0"/>
                </a:cubicBezTo>
                <a:close/>
              </a:path>
            </a:pathLst>
          </a:cu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9E60011A-6944-4C90-83E2-EB0471E4BC0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267" y="1405878"/>
            <a:ext cx="434828" cy="434828"/>
          </a:xfrm>
          <a:custGeom>
            <a:avLst/>
            <a:gdLst>
              <a:gd name="connsiteX0" fmla="*/ 259085 w 1554480"/>
              <a:gd name="connsiteY0" fmla="*/ 0 h 1554480"/>
              <a:gd name="connsiteX1" fmla="*/ 1295395 w 1554480"/>
              <a:gd name="connsiteY1" fmla="*/ 0 h 1554480"/>
              <a:gd name="connsiteX2" fmla="*/ 1554480 w 1554480"/>
              <a:gd name="connsiteY2" fmla="*/ 259085 h 1554480"/>
              <a:gd name="connsiteX3" fmla="*/ 1554480 w 1554480"/>
              <a:gd name="connsiteY3" fmla="*/ 1295395 h 1554480"/>
              <a:gd name="connsiteX4" fmla="*/ 1295395 w 1554480"/>
              <a:gd name="connsiteY4" fmla="*/ 1554480 h 1554480"/>
              <a:gd name="connsiteX5" fmla="*/ 259085 w 1554480"/>
              <a:gd name="connsiteY5" fmla="*/ 1554480 h 1554480"/>
              <a:gd name="connsiteX6" fmla="*/ 0 w 1554480"/>
              <a:gd name="connsiteY6" fmla="*/ 1295395 h 1554480"/>
              <a:gd name="connsiteX7" fmla="*/ 0 w 1554480"/>
              <a:gd name="connsiteY7" fmla="*/ 259085 h 1554480"/>
              <a:gd name="connsiteX8" fmla="*/ 259085 w 1554480"/>
              <a:gd name="connsiteY8" fmla="*/ 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554480">
                <a:moveTo>
                  <a:pt x="259085" y="0"/>
                </a:moveTo>
                <a:lnTo>
                  <a:pt x="1295395" y="0"/>
                </a:lnTo>
                <a:cubicBezTo>
                  <a:pt x="1438484" y="0"/>
                  <a:pt x="1554480" y="115996"/>
                  <a:pt x="1554480" y="259085"/>
                </a:cubicBezTo>
                <a:lnTo>
                  <a:pt x="1554480" y="1295395"/>
                </a:lnTo>
                <a:cubicBezTo>
                  <a:pt x="1554480" y="1438484"/>
                  <a:pt x="1438484" y="1554480"/>
                  <a:pt x="1295395" y="1554480"/>
                </a:cubicBezTo>
                <a:lnTo>
                  <a:pt x="259085" y="1554480"/>
                </a:lnTo>
                <a:cubicBezTo>
                  <a:pt x="115996" y="1554480"/>
                  <a:pt x="0" y="1438484"/>
                  <a:pt x="0" y="1295395"/>
                </a:cubicBezTo>
                <a:lnTo>
                  <a:pt x="0" y="259085"/>
                </a:lnTo>
                <a:cubicBezTo>
                  <a:pt x="0" y="115996"/>
                  <a:pt x="115996" y="0"/>
                  <a:pt x="259085" y="0"/>
                </a:cubicBezTo>
                <a:close/>
              </a:path>
            </a:pathLst>
          </a:cu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EBF6A09A-4595-40F7-B897-721BF8BCF9A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1"/>
          <a:stretch>
            <a:fillRect/>
          </a:stretch>
        </p:blipFill>
        <p:spPr>
          <a:xfrm>
            <a:off x="10257329" y="1386133"/>
            <a:ext cx="438136" cy="434760"/>
          </a:xfrm>
          <a:custGeom>
            <a:avLst/>
            <a:gdLst>
              <a:gd name="connsiteX0" fmla="*/ 73026 w 438136"/>
              <a:gd name="connsiteY0" fmla="*/ 0 h 434760"/>
              <a:gd name="connsiteX1" fmla="*/ 365124 w 438136"/>
              <a:gd name="connsiteY1" fmla="*/ 0 h 434760"/>
              <a:gd name="connsiteX2" fmla="*/ 432411 w 438136"/>
              <a:gd name="connsiteY2" fmla="*/ 44601 h 434760"/>
              <a:gd name="connsiteX3" fmla="*/ 438136 w 438136"/>
              <a:gd name="connsiteY3" fmla="*/ 72957 h 434760"/>
              <a:gd name="connsiteX4" fmla="*/ 438136 w 438136"/>
              <a:gd name="connsiteY4" fmla="*/ 372814 h 434760"/>
              <a:gd name="connsiteX5" fmla="*/ 432411 w 438136"/>
              <a:gd name="connsiteY5" fmla="*/ 401169 h 434760"/>
              <a:gd name="connsiteX6" fmla="*/ 416761 w 438136"/>
              <a:gd name="connsiteY6" fmla="*/ 424381 h 434760"/>
              <a:gd name="connsiteX7" fmla="*/ 401367 w 438136"/>
              <a:gd name="connsiteY7" fmla="*/ 434760 h 434760"/>
              <a:gd name="connsiteX8" fmla="*/ 36783 w 438136"/>
              <a:gd name="connsiteY8" fmla="*/ 434760 h 434760"/>
              <a:gd name="connsiteX9" fmla="*/ 21389 w 438136"/>
              <a:gd name="connsiteY9" fmla="*/ 424381 h 434760"/>
              <a:gd name="connsiteX10" fmla="*/ 0 w 438136"/>
              <a:gd name="connsiteY10" fmla="*/ 372744 h 434760"/>
              <a:gd name="connsiteX11" fmla="*/ 0 w 438136"/>
              <a:gd name="connsiteY11" fmla="*/ 73026 h 434760"/>
              <a:gd name="connsiteX12" fmla="*/ 73026 w 438136"/>
              <a:gd name="connsiteY12" fmla="*/ 0 h 434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8136" h="434760">
                <a:moveTo>
                  <a:pt x="73026" y="0"/>
                </a:moveTo>
                <a:lnTo>
                  <a:pt x="365124" y="0"/>
                </a:lnTo>
                <a:cubicBezTo>
                  <a:pt x="395372" y="0"/>
                  <a:pt x="421325" y="18391"/>
                  <a:pt x="432411" y="44601"/>
                </a:cubicBezTo>
                <a:lnTo>
                  <a:pt x="438136" y="72957"/>
                </a:lnTo>
                <a:lnTo>
                  <a:pt x="438136" y="372814"/>
                </a:lnTo>
                <a:lnTo>
                  <a:pt x="432411" y="401169"/>
                </a:lnTo>
                <a:cubicBezTo>
                  <a:pt x="428716" y="409906"/>
                  <a:pt x="423369" y="417774"/>
                  <a:pt x="416761" y="424381"/>
                </a:cubicBezTo>
                <a:lnTo>
                  <a:pt x="401367" y="434760"/>
                </a:lnTo>
                <a:lnTo>
                  <a:pt x="36783" y="434760"/>
                </a:lnTo>
                <a:lnTo>
                  <a:pt x="21389" y="424381"/>
                </a:lnTo>
                <a:cubicBezTo>
                  <a:pt x="8174" y="411166"/>
                  <a:pt x="0" y="392910"/>
                  <a:pt x="0" y="372744"/>
                </a:cubicBezTo>
                <a:lnTo>
                  <a:pt x="0" y="73026"/>
                </a:lnTo>
                <a:cubicBezTo>
                  <a:pt x="0" y="32695"/>
                  <a:pt x="32695" y="0"/>
                  <a:pt x="73026" y="0"/>
                </a:cubicBezTo>
                <a:close/>
              </a:path>
            </a:pathLst>
          </a:custGeom>
        </p:spPr>
      </p:pic>
      <p:pic>
        <p:nvPicPr>
          <p:cNvPr id="107" name="Graphic 106" descr="Checkmark">
            <a:extLst>
              <a:ext uri="{FF2B5EF4-FFF2-40B4-BE49-F238E27FC236}">
                <a16:creationId xmlns:a16="http://schemas.microsoft.com/office/drawing/2014/main" id="{662B6D17-2397-4EAB-82F3-10C9300450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83401" y="5213011"/>
            <a:ext cx="499235" cy="499235"/>
          </a:xfrm>
          <a:prstGeom prst="rect">
            <a:avLst/>
          </a:prstGeom>
        </p:spPr>
      </p:pic>
      <p:pic>
        <p:nvPicPr>
          <p:cNvPr id="115" name="Graphic 114" descr="Checkmark">
            <a:extLst>
              <a:ext uri="{FF2B5EF4-FFF2-40B4-BE49-F238E27FC236}">
                <a16:creationId xmlns:a16="http://schemas.microsoft.com/office/drawing/2014/main" id="{EF4AE8F2-F8AD-4984-8B1E-49F8B615A3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73387" y="2665456"/>
            <a:ext cx="499235" cy="499235"/>
          </a:xfrm>
          <a:prstGeom prst="rect">
            <a:avLst/>
          </a:prstGeom>
        </p:spPr>
      </p:pic>
      <p:pic>
        <p:nvPicPr>
          <p:cNvPr id="116" name="Graphic 115" descr="Checkmark">
            <a:extLst>
              <a:ext uri="{FF2B5EF4-FFF2-40B4-BE49-F238E27FC236}">
                <a16:creationId xmlns:a16="http://schemas.microsoft.com/office/drawing/2014/main" id="{4268A35D-C562-4A9F-BEE8-3B3C02D292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47770" y="2683290"/>
            <a:ext cx="499235" cy="499235"/>
          </a:xfrm>
          <a:prstGeom prst="rect">
            <a:avLst/>
          </a:prstGeom>
        </p:spPr>
      </p:pic>
      <p:pic>
        <p:nvPicPr>
          <p:cNvPr id="117" name="Graphic 116" descr="Checkmark">
            <a:extLst>
              <a:ext uri="{FF2B5EF4-FFF2-40B4-BE49-F238E27FC236}">
                <a16:creationId xmlns:a16="http://schemas.microsoft.com/office/drawing/2014/main" id="{BD325E9E-6884-434A-9EE0-3D521FE3D4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71820" y="3930575"/>
            <a:ext cx="499235" cy="499235"/>
          </a:xfrm>
          <a:prstGeom prst="rect">
            <a:avLst/>
          </a:prstGeom>
        </p:spPr>
      </p:pic>
      <p:pic>
        <p:nvPicPr>
          <p:cNvPr id="118" name="Graphic 117" descr="Close">
            <a:extLst>
              <a:ext uri="{FF2B5EF4-FFF2-40B4-BE49-F238E27FC236}">
                <a16:creationId xmlns:a16="http://schemas.microsoft.com/office/drawing/2014/main" id="{514A4CF3-68FE-4D04-8A90-5F565CD685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58423" y="4578519"/>
            <a:ext cx="477927" cy="477927"/>
          </a:xfrm>
          <a:prstGeom prst="rect">
            <a:avLst/>
          </a:prstGeom>
        </p:spPr>
      </p:pic>
      <p:pic>
        <p:nvPicPr>
          <p:cNvPr id="119" name="Graphic 118" descr="Close">
            <a:extLst>
              <a:ext uri="{FF2B5EF4-FFF2-40B4-BE49-F238E27FC236}">
                <a16:creationId xmlns:a16="http://schemas.microsoft.com/office/drawing/2014/main" id="{64E336C1-1582-47B7-AA6C-D32A762B44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1687" y="5844364"/>
            <a:ext cx="477927" cy="477927"/>
          </a:xfrm>
          <a:prstGeom prst="rect">
            <a:avLst/>
          </a:prstGeom>
        </p:spPr>
      </p:pic>
      <p:pic>
        <p:nvPicPr>
          <p:cNvPr id="122" name="Graphic 121" descr="Close">
            <a:extLst>
              <a:ext uri="{FF2B5EF4-FFF2-40B4-BE49-F238E27FC236}">
                <a16:creationId xmlns:a16="http://schemas.microsoft.com/office/drawing/2014/main" id="{352325FA-EEC2-426D-98DB-A080001C6E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23581" y="2685846"/>
            <a:ext cx="477927" cy="477927"/>
          </a:xfrm>
          <a:prstGeom prst="rect">
            <a:avLst/>
          </a:prstGeom>
        </p:spPr>
      </p:pic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B80B3DD6-D822-4005-89DB-C3B2D114267A}"/>
              </a:ext>
            </a:extLst>
          </p:cNvPr>
          <p:cNvSpPr/>
          <p:nvPr/>
        </p:nvSpPr>
        <p:spPr>
          <a:xfrm>
            <a:off x="2191815" y="1359526"/>
            <a:ext cx="1905799" cy="554408"/>
          </a:xfrm>
          <a:prstGeom prst="roundRect">
            <a:avLst/>
          </a:prstGeom>
          <a:solidFill>
            <a:srgbClr val="B1A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         Free Acne</a:t>
            </a:r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78C66170-09D7-49AA-8F47-E5D37CBA01B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116" y="1412431"/>
            <a:ext cx="441275" cy="441275"/>
          </a:xfrm>
          <a:custGeom>
            <a:avLst/>
            <a:gdLst>
              <a:gd name="connsiteX0" fmla="*/ 259085 w 1554480"/>
              <a:gd name="connsiteY0" fmla="*/ 0 h 1554480"/>
              <a:gd name="connsiteX1" fmla="*/ 1295395 w 1554480"/>
              <a:gd name="connsiteY1" fmla="*/ 0 h 1554480"/>
              <a:gd name="connsiteX2" fmla="*/ 1554480 w 1554480"/>
              <a:gd name="connsiteY2" fmla="*/ 259085 h 1554480"/>
              <a:gd name="connsiteX3" fmla="*/ 1554480 w 1554480"/>
              <a:gd name="connsiteY3" fmla="*/ 1295395 h 1554480"/>
              <a:gd name="connsiteX4" fmla="*/ 1295395 w 1554480"/>
              <a:gd name="connsiteY4" fmla="*/ 1554480 h 1554480"/>
              <a:gd name="connsiteX5" fmla="*/ 259085 w 1554480"/>
              <a:gd name="connsiteY5" fmla="*/ 1554480 h 1554480"/>
              <a:gd name="connsiteX6" fmla="*/ 0 w 1554480"/>
              <a:gd name="connsiteY6" fmla="*/ 1295395 h 1554480"/>
              <a:gd name="connsiteX7" fmla="*/ 0 w 1554480"/>
              <a:gd name="connsiteY7" fmla="*/ 259085 h 1554480"/>
              <a:gd name="connsiteX8" fmla="*/ 259085 w 1554480"/>
              <a:gd name="connsiteY8" fmla="*/ 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554480">
                <a:moveTo>
                  <a:pt x="259085" y="0"/>
                </a:moveTo>
                <a:lnTo>
                  <a:pt x="1295395" y="0"/>
                </a:lnTo>
                <a:cubicBezTo>
                  <a:pt x="1438484" y="0"/>
                  <a:pt x="1554480" y="115996"/>
                  <a:pt x="1554480" y="259085"/>
                </a:cubicBezTo>
                <a:lnTo>
                  <a:pt x="1554480" y="1295395"/>
                </a:lnTo>
                <a:cubicBezTo>
                  <a:pt x="1554480" y="1438484"/>
                  <a:pt x="1438484" y="1554480"/>
                  <a:pt x="1295395" y="1554480"/>
                </a:cubicBezTo>
                <a:lnTo>
                  <a:pt x="259085" y="1554480"/>
                </a:lnTo>
                <a:cubicBezTo>
                  <a:pt x="115996" y="1554480"/>
                  <a:pt x="0" y="1438484"/>
                  <a:pt x="0" y="1295395"/>
                </a:cubicBezTo>
                <a:lnTo>
                  <a:pt x="0" y="259085"/>
                </a:lnTo>
                <a:cubicBezTo>
                  <a:pt x="0" y="115996"/>
                  <a:pt x="115996" y="0"/>
                  <a:pt x="259085" y="0"/>
                </a:cubicBezTo>
                <a:close/>
              </a:path>
            </a:pathLst>
          </a:custGeom>
        </p:spPr>
      </p:pic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D804AE0E-00C0-4823-8105-EA7252194643}"/>
              </a:ext>
            </a:extLst>
          </p:cNvPr>
          <p:cNvSpPr/>
          <p:nvPr/>
        </p:nvSpPr>
        <p:spPr>
          <a:xfrm>
            <a:off x="244973" y="3268597"/>
            <a:ext cx="1866327" cy="554408"/>
          </a:xfrm>
          <a:prstGeom prst="roundRect">
            <a:avLst/>
          </a:prstGeom>
          <a:solidFill>
            <a:srgbClr val="B1A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00" b="1" dirty="0">
                <a:latin typeface="Poppins" panose="00000500000000000000" pitchFamily="2" charset="0"/>
                <a:cs typeface="Poppins" panose="00000500000000000000" pitchFamily="2" charset="0"/>
              </a:rPr>
              <a:t>Automatic Acne Severity Detection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BC2E41D3-4508-4BF8-8259-390B62407F18}"/>
              </a:ext>
            </a:extLst>
          </p:cNvPr>
          <p:cNvSpPr/>
          <p:nvPr/>
        </p:nvSpPr>
        <p:spPr>
          <a:xfrm>
            <a:off x="2189842" y="3268597"/>
            <a:ext cx="1866327" cy="554408"/>
          </a:xfrm>
          <a:prstGeom prst="roundRect">
            <a:avLst/>
          </a:prstGeom>
          <a:solidFill>
            <a:srgbClr val="E6E7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C497F6BE-4472-4D31-B1ED-2D920FD85DBB}"/>
              </a:ext>
            </a:extLst>
          </p:cNvPr>
          <p:cNvSpPr/>
          <p:nvPr/>
        </p:nvSpPr>
        <p:spPr>
          <a:xfrm>
            <a:off x="4166566" y="3281614"/>
            <a:ext cx="1866327" cy="554408"/>
          </a:xfrm>
          <a:prstGeom prst="roundRect">
            <a:avLst/>
          </a:prstGeom>
          <a:solidFill>
            <a:srgbClr val="E6E7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1DD961A1-0637-4092-BDC6-A9C7720D615E}"/>
              </a:ext>
            </a:extLst>
          </p:cNvPr>
          <p:cNvSpPr/>
          <p:nvPr/>
        </p:nvSpPr>
        <p:spPr>
          <a:xfrm>
            <a:off x="6096994" y="3268597"/>
            <a:ext cx="1866327" cy="554408"/>
          </a:xfrm>
          <a:prstGeom prst="roundRect">
            <a:avLst/>
          </a:prstGeom>
          <a:solidFill>
            <a:srgbClr val="E6E7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E0AEEA71-2B47-4765-B190-40AA7641F7F4}"/>
              </a:ext>
            </a:extLst>
          </p:cNvPr>
          <p:cNvSpPr/>
          <p:nvPr/>
        </p:nvSpPr>
        <p:spPr>
          <a:xfrm>
            <a:off x="8059260" y="3268597"/>
            <a:ext cx="1866327" cy="554408"/>
          </a:xfrm>
          <a:prstGeom prst="roundRect">
            <a:avLst/>
          </a:prstGeom>
          <a:solidFill>
            <a:srgbClr val="E6E7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93" name="Graphic 92" descr="Close">
            <a:extLst>
              <a:ext uri="{FF2B5EF4-FFF2-40B4-BE49-F238E27FC236}">
                <a16:creationId xmlns:a16="http://schemas.microsoft.com/office/drawing/2014/main" id="{0EA9C53C-E697-40FF-9A0C-464C4BBD24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93102" y="3329450"/>
            <a:ext cx="477927" cy="477927"/>
          </a:xfrm>
          <a:prstGeom prst="rect">
            <a:avLst/>
          </a:prstGeom>
        </p:spPr>
      </p:pic>
      <p:pic>
        <p:nvPicPr>
          <p:cNvPr id="95" name="Graphic 94" descr="Close">
            <a:extLst>
              <a:ext uri="{FF2B5EF4-FFF2-40B4-BE49-F238E27FC236}">
                <a16:creationId xmlns:a16="http://schemas.microsoft.com/office/drawing/2014/main" id="{0F46E082-F956-44D9-82FE-D4126609A8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38955" y="3315903"/>
            <a:ext cx="477927" cy="477927"/>
          </a:xfrm>
          <a:prstGeom prst="rect">
            <a:avLst/>
          </a:prstGeom>
        </p:spPr>
      </p:pic>
      <p:pic>
        <p:nvPicPr>
          <p:cNvPr id="96" name="Graphic 95" descr="Close">
            <a:extLst>
              <a:ext uri="{FF2B5EF4-FFF2-40B4-BE49-F238E27FC236}">
                <a16:creationId xmlns:a16="http://schemas.microsoft.com/office/drawing/2014/main" id="{6700FBA0-99F5-4F61-BA14-EBFB994CAC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60366" y="3318875"/>
            <a:ext cx="477927" cy="477927"/>
          </a:xfrm>
          <a:prstGeom prst="rect">
            <a:avLst/>
          </a:prstGeom>
        </p:spPr>
      </p:pic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0099CFBF-1389-47F8-AF5B-3E46E89D3B3C}"/>
              </a:ext>
            </a:extLst>
          </p:cNvPr>
          <p:cNvSpPr/>
          <p:nvPr/>
        </p:nvSpPr>
        <p:spPr>
          <a:xfrm>
            <a:off x="10012405" y="3255159"/>
            <a:ext cx="1866327" cy="554408"/>
          </a:xfrm>
          <a:prstGeom prst="roundRect">
            <a:avLst/>
          </a:prstGeom>
          <a:solidFill>
            <a:srgbClr val="E6E7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98" name="Graphic 97" descr="Checkmark">
            <a:extLst>
              <a:ext uri="{FF2B5EF4-FFF2-40B4-BE49-F238E27FC236}">
                <a16:creationId xmlns:a16="http://schemas.microsoft.com/office/drawing/2014/main" id="{CDE28614-63D2-40EC-8F1A-9468DC872F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89722" y="3321739"/>
            <a:ext cx="499235" cy="499235"/>
          </a:xfrm>
          <a:prstGeom prst="rect">
            <a:avLst/>
          </a:prstGeom>
        </p:spPr>
      </p:pic>
      <p:pic>
        <p:nvPicPr>
          <p:cNvPr id="99" name="Graphic 98" descr="Close">
            <a:extLst>
              <a:ext uri="{FF2B5EF4-FFF2-40B4-BE49-F238E27FC236}">
                <a16:creationId xmlns:a16="http://schemas.microsoft.com/office/drawing/2014/main" id="{F34CC879-7862-472A-A5FF-0AB5866ABA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1687" y="3302672"/>
            <a:ext cx="477927" cy="47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584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2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2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2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2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2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2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2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2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2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2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2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2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2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2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2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2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2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2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2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2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2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2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2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400"/>
                            </p:stCondLst>
                            <p:childTnLst>
                              <p:par>
                                <p:cTn id="16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8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8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2" dur="8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>
                            <p:stCondLst>
                              <p:cond delay="480"/>
                            </p:stCondLst>
                            <p:childTnLst>
                              <p:par>
                                <p:cTn id="17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6" dur="8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7" dur="8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8" dur="8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560"/>
                            </p:stCondLst>
                            <p:childTnLst>
                              <p:par>
                                <p:cTn id="18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2" dur="8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8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4" dur="8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>
                            <p:stCondLst>
                              <p:cond delay="640"/>
                            </p:stCondLst>
                            <p:childTnLst>
                              <p:par>
                                <p:cTn id="18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8" dur="8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8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0" dur="8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>
                            <p:stCondLst>
                              <p:cond delay="720"/>
                            </p:stCondLst>
                            <p:childTnLst>
                              <p:par>
                                <p:cTn id="19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4" dur="8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5" dur="8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6" dur="8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800"/>
                            </p:stCondLst>
                            <p:childTnLst>
                              <p:par>
                                <p:cTn id="19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0" dur="8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1" dur="8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2" dur="8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880"/>
                            </p:stCondLst>
                            <p:childTnLst>
                              <p:par>
                                <p:cTn id="20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8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8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8" dur="8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960"/>
                            </p:stCondLst>
                            <p:childTnLst>
                              <p:par>
                                <p:cTn id="21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2" dur="8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3" dur="8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4" dur="8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1040"/>
                            </p:stCondLst>
                            <p:childTnLst>
                              <p:par>
                                <p:cTn id="21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8" dur="8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9" dur="8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0" dur="8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>
                            <p:stCondLst>
                              <p:cond delay="1120"/>
                            </p:stCondLst>
                            <p:childTnLst>
                              <p:par>
                                <p:cTn id="2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4" dur="8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5" dur="8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6" dur="8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>
                            <p:stCondLst>
                              <p:cond delay="1200"/>
                            </p:stCondLst>
                            <p:childTnLst>
                              <p:par>
                                <p:cTn id="2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0" dur="8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1" dur="8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2" dur="8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3" fill="hold">
                            <p:stCondLst>
                              <p:cond delay="1280"/>
                            </p:stCondLst>
                            <p:childTnLst>
                              <p:par>
                                <p:cTn id="2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6" dur="8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8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8" dur="8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>
                            <p:stCondLst>
                              <p:cond delay="1360"/>
                            </p:stCondLst>
                            <p:childTnLst>
                              <p:par>
                                <p:cTn id="24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2" dur="8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3" dur="8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4" dur="8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5" fill="hold">
                            <p:stCondLst>
                              <p:cond delay="1440"/>
                            </p:stCondLst>
                            <p:childTnLst>
                              <p:par>
                                <p:cTn id="24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8" dur="8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9" dur="8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0" dur="8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1520"/>
                            </p:stCondLst>
                            <p:childTnLst>
                              <p:par>
                                <p:cTn id="25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4" dur="8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8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6" dur="8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1600"/>
                            </p:stCondLst>
                            <p:childTnLst>
                              <p:par>
                                <p:cTn id="25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0" dur="8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1" dur="8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2" dur="8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3" fill="hold">
                            <p:stCondLst>
                              <p:cond delay="1680"/>
                            </p:stCondLst>
                            <p:childTnLst>
                              <p:par>
                                <p:cTn id="26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6" dur="8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7" dur="8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8" dur="8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9" fill="hold">
                            <p:stCondLst>
                              <p:cond delay="1760"/>
                            </p:stCondLst>
                            <p:childTnLst>
                              <p:par>
                                <p:cTn id="27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2" dur="8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3" dur="8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4" dur="8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5" fill="hold">
                            <p:stCondLst>
                              <p:cond delay="1840"/>
                            </p:stCondLst>
                            <p:childTnLst>
                              <p:par>
                                <p:cTn id="27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8" dur="8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9" dur="8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0" dur="8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1920"/>
                            </p:stCondLst>
                            <p:childTnLst>
                              <p:par>
                                <p:cTn id="28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4" dur="8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5" dur="8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6" dur="8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0" dur="8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1" dur="8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2" dur="8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3" fill="hold">
                            <p:stCondLst>
                              <p:cond delay="2080"/>
                            </p:stCondLst>
                            <p:childTnLst>
                              <p:par>
                                <p:cTn id="29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6" dur="8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7" dur="8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8" dur="8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9" fill="hold">
                            <p:stCondLst>
                              <p:cond delay="2160"/>
                            </p:stCondLst>
                            <p:childTnLst>
                              <p:par>
                                <p:cTn id="30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2" dur="8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8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4" dur="8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5" fill="hold">
                            <p:stCondLst>
                              <p:cond delay="2240"/>
                            </p:stCondLst>
                            <p:childTnLst>
                              <p:par>
                                <p:cTn id="30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8" dur="8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9" dur="8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0" dur="8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1" fill="hold">
                            <p:stCondLst>
                              <p:cond delay="2320"/>
                            </p:stCondLst>
                            <p:childTnLst>
                              <p:par>
                                <p:cTn id="3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4" dur="8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5" dur="8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6" dur="8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7" fill="hold">
                            <p:stCondLst>
                              <p:cond delay="2400"/>
                            </p:stCondLst>
                            <p:childTnLst>
                              <p:par>
                                <p:cTn id="3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0" dur="8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8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2" dur="8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3" fill="hold">
                            <p:stCondLst>
                              <p:cond delay="2480"/>
                            </p:stCondLst>
                            <p:childTnLst>
                              <p:par>
                                <p:cTn id="3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6" dur="8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7" dur="8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8" dur="8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9" fill="hold">
                            <p:stCondLst>
                              <p:cond delay="2560"/>
                            </p:stCondLst>
                            <p:childTnLst>
                              <p:par>
                                <p:cTn id="3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2" dur="8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3" dur="8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4" dur="8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5" fill="hold">
                            <p:stCondLst>
                              <p:cond delay="2640"/>
                            </p:stCondLst>
                            <p:childTnLst>
                              <p:par>
                                <p:cTn id="3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8" dur="8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9" dur="8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0" dur="8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1" fill="hold">
                            <p:stCondLst>
                              <p:cond delay="2720"/>
                            </p:stCondLst>
                            <p:childTnLst>
                              <p:par>
                                <p:cTn id="34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4" dur="8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5" dur="8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6" dur="8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7" fill="hold">
                            <p:stCondLst>
                              <p:cond delay="2800"/>
                            </p:stCondLst>
                            <p:childTnLst>
                              <p:par>
                                <p:cTn id="34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0" dur="8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8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2" dur="8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3" fill="hold">
                            <p:stCondLst>
                              <p:cond delay="2880"/>
                            </p:stCondLst>
                            <p:childTnLst>
                              <p:par>
                                <p:cTn id="35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6" dur="8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7" dur="8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8" dur="8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2960"/>
                            </p:stCondLst>
                            <p:childTnLst>
                              <p:par>
                                <p:cTn id="36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2" dur="8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3" dur="8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4" dur="8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5" fill="hold">
                            <p:stCondLst>
                              <p:cond delay="3040"/>
                            </p:stCondLst>
                            <p:childTnLst>
                              <p:par>
                                <p:cTn id="36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8" dur="8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9" dur="8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0" dur="8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1" fill="hold">
                            <p:stCondLst>
                              <p:cond delay="3120"/>
                            </p:stCondLst>
                            <p:childTnLst>
                              <p:par>
                                <p:cTn id="37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4" dur="8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5" dur="8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6" dur="8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83" grpId="0" animBg="1"/>
      <p:bldP spid="84" grpId="0" animBg="1"/>
      <p:bldP spid="85" grpId="0" animBg="1"/>
      <p:bldP spid="86" grpId="0" animBg="1"/>
      <p:bldP spid="87" grpId="0" animBg="1"/>
      <p:bldP spid="88" grpId="0" animBg="1"/>
      <p:bldP spid="89" grpId="0" animBg="1"/>
      <p:bldP spid="123" grpId="0" animBg="1"/>
      <p:bldP spid="81" grpId="0" animBg="1"/>
      <p:bldP spid="82" grpId="0" animBg="1"/>
      <p:bldP spid="90" grpId="0" animBg="1"/>
      <p:bldP spid="91" grpId="0" animBg="1"/>
      <p:bldP spid="92" grpId="0" animBg="1"/>
      <p:bldP spid="9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FBC5E95-68E9-9303-6AF9-706747A0D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84307169-0509-436F-BB96-EBEF5C6C56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9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502041F-FCBF-4E9B-9A2D-ED4CEA48BCF3}"/>
              </a:ext>
            </a:extLst>
          </p:cNvPr>
          <p:cNvSpPr/>
          <p:nvPr/>
        </p:nvSpPr>
        <p:spPr>
          <a:xfrm>
            <a:off x="4826273" y="414557"/>
            <a:ext cx="2539478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667" b="1" dirty="0">
                <a:solidFill>
                  <a:srgbClr val="2F2F4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Related Work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EBB5E31-8E88-47CC-B1F4-BCE5CFD8AF5C}"/>
              </a:ext>
            </a:extLst>
          </p:cNvPr>
          <p:cNvSpPr/>
          <p:nvPr/>
        </p:nvSpPr>
        <p:spPr>
          <a:xfrm>
            <a:off x="244973" y="1359526"/>
            <a:ext cx="1866327" cy="554408"/>
          </a:xfrm>
          <a:prstGeom prst="roundRect">
            <a:avLst/>
          </a:prstGeom>
          <a:solidFill>
            <a:srgbClr val="B1A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Competitive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27C7C03-06CA-4AAF-8373-07EFD188D6A1}"/>
              </a:ext>
            </a:extLst>
          </p:cNvPr>
          <p:cNvSpPr/>
          <p:nvPr/>
        </p:nvSpPr>
        <p:spPr>
          <a:xfrm>
            <a:off x="4168539" y="1359526"/>
            <a:ext cx="1905799" cy="554408"/>
          </a:xfrm>
          <a:prstGeom prst="roundRect">
            <a:avLst/>
          </a:prstGeom>
          <a:solidFill>
            <a:srgbClr val="B1A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        Acne safe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7185F43-E61F-41E6-9002-4435C7B8A0A8}"/>
              </a:ext>
            </a:extLst>
          </p:cNvPr>
          <p:cNvSpPr/>
          <p:nvPr/>
        </p:nvSpPr>
        <p:spPr>
          <a:xfrm>
            <a:off x="6098967" y="1359526"/>
            <a:ext cx="1905799" cy="554408"/>
          </a:xfrm>
          <a:prstGeom prst="roundRect">
            <a:avLst/>
          </a:prstGeom>
          <a:solidFill>
            <a:srgbClr val="B1A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         </a:t>
            </a:r>
            <a:r>
              <a:rPr lang="en-US" sz="1300" b="1" dirty="0">
                <a:latin typeface="Poppins" panose="00000500000000000000" pitchFamily="2" charset="0"/>
                <a:cs typeface="Poppins" panose="00000500000000000000" pitchFamily="2" charset="0"/>
              </a:rPr>
              <a:t>Ai   </a:t>
            </a:r>
          </a:p>
          <a:p>
            <a:pPr algn="ctr"/>
            <a:r>
              <a:rPr lang="en-US" sz="1300" b="1" dirty="0">
                <a:latin typeface="Poppins" panose="00000500000000000000" pitchFamily="2" charset="0"/>
                <a:cs typeface="Poppins" panose="00000500000000000000" pitchFamily="2" charset="0"/>
              </a:rPr>
              <a:t>           dermatologist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85586B3-364C-495B-916D-EE487C01DF2E}"/>
              </a:ext>
            </a:extLst>
          </p:cNvPr>
          <p:cNvSpPr/>
          <p:nvPr/>
        </p:nvSpPr>
        <p:spPr>
          <a:xfrm>
            <a:off x="8017814" y="1359526"/>
            <a:ext cx="1905799" cy="554408"/>
          </a:xfrm>
          <a:prstGeom prst="roundRect">
            <a:avLst/>
          </a:prstGeom>
          <a:solidFill>
            <a:srgbClr val="B1A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          </a:t>
            </a:r>
            <a:r>
              <a:rPr lang="en-US" sz="1600" b="1" dirty="0" err="1">
                <a:latin typeface="Poppins" panose="00000500000000000000" pitchFamily="2" charset="0"/>
                <a:cs typeface="Poppins" panose="00000500000000000000" pitchFamily="2" charset="0"/>
              </a:rPr>
              <a:t>Troveskin</a:t>
            </a:r>
            <a:endParaRPr lang="en-US" sz="16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4AE8E20-9CE6-45CC-B97C-EB06E0FF4C49}"/>
              </a:ext>
            </a:extLst>
          </p:cNvPr>
          <p:cNvSpPr/>
          <p:nvPr/>
        </p:nvSpPr>
        <p:spPr>
          <a:xfrm>
            <a:off x="244973" y="1997407"/>
            <a:ext cx="1866327" cy="554408"/>
          </a:xfrm>
          <a:prstGeom prst="roundRect">
            <a:avLst/>
          </a:prstGeom>
          <a:solidFill>
            <a:srgbClr val="D872D8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 b="1" dirty="0">
                <a:latin typeface="Poppins" panose="00000500000000000000" pitchFamily="2" charset="0"/>
                <a:cs typeface="Poppins" panose="00000500000000000000" pitchFamily="2" charset="0"/>
              </a:rPr>
              <a:t>Automatic Skin Type Detection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ADE2A34-84ED-4C6F-99D5-C5B9A52B8089}"/>
              </a:ext>
            </a:extLst>
          </p:cNvPr>
          <p:cNvSpPr/>
          <p:nvPr/>
        </p:nvSpPr>
        <p:spPr>
          <a:xfrm>
            <a:off x="244973" y="2635289"/>
            <a:ext cx="1866327" cy="554408"/>
          </a:xfrm>
          <a:prstGeom prst="roundRect">
            <a:avLst/>
          </a:prstGeom>
          <a:solidFill>
            <a:srgbClr val="B1A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Detect Acne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80F2941-F8B6-4AB6-9183-6735264F0E50}"/>
              </a:ext>
            </a:extLst>
          </p:cNvPr>
          <p:cNvSpPr/>
          <p:nvPr/>
        </p:nvSpPr>
        <p:spPr>
          <a:xfrm>
            <a:off x="244973" y="3896645"/>
            <a:ext cx="1866327" cy="554408"/>
          </a:xfrm>
          <a:prstGeom prst="roundRect">
            <a:avLst/>
          </a:prstGeom>
          <a:solidFill>
            <a:srgbClr val="B1A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00" b="1" dirty="0">
                <a:latin typeface="Poppins" panose="00000500000000000000" pitchFamily="2" charset="0"/>
                <a:cs typeface="Poppins" panose="00000500000000000000" pitchFamily="2" charset="0"/>
              </a:rPr>
              <a:t>Routine Recommendation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898EFBB-0CD3-4092-B819-09BA77C361FF}"/>
              </a:ext>
            </a:extLst>
          </p:cNvPr>
          <p:cNvSpPr/>
          <p:nvPr/>
        </p:nvSpPr>
        <p:spPr>
          <a:xfrm>
            <a:off x="244973" y="4534526"/>
            <a:ext cx="1866327" cy="554408"/>
          </a:xfrm>
          <a:prstGeom prst="roundRect">
            <a:avLst/>
          </a:prstGeom>
          <a:solidFill>
            <a:srgbClr val="B1A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Integrate with Doctors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8E87E8B-256B-4AC4-9945-2D4E47CFE40E}"/>
              </a:ext>
            </a:extLst>
          </p:cNvPr>
          <p:cNvSpPr/>
          <p:nvPr/>
        </p:nvSpPr>
        <p:spPr>
          <a:xfrm>
            <a:off x="244973" y="5172408"/>
            <a:ext cx="1866327" cy="554408"/>
          </a:xfrm>
          <a:prstGeom prst="roundRect">
            <a:avLst/>
          </a:prstGeom>
          <a:solidFill>
            <a:srgbClr val="D872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Provide a Diet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6C983E-8A1C-4CD5-B98D-329B8F8D0BB3}"/>
              </a:ext>
            </a:extLst>
          </p:cNvPr>
          <p:cNvSpPr/>
          <p:nvPr/>
        </p:nvSpPr>
        <p:spPr>
          <a:xfrm>
            <a:off x="244973" y="5810289"/>
            <a:ext cx="1866327" cy="554408"/>
          </a:xfrm>
          <a:prstGeom prst="roundRect">
            <a:avLst/>
          </a:prstGeom>
          <a:solidFill>
            <a:srgbClr val="D872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Skin Tracking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A6F52C4-1851-42C1-80D1-75FCD0FF9FDC}"/>
              </a:ext>
            </a:extLst>
          </p:cNvPr>
          <p:cNvSpPr/>
          <p:nvPr/>
        </p:nvSpPr>
        <p:spPr>
          <a:xfrm>
            <a:off x="2189842" y="1997407"/>
            <a:ext cx="1866327" cy="554408"/>
          </a:xfrm>
          <a:prstGeom prst="roundRect">
            <a:avLst/>
          </a:prstGeom>
          <a:solidFill>
            <a:srgbClr val="E5BEF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703E64A-313F-4DB5-8996-570C65286D10}"/>
              </a:ext>
            </a:extLst>
          </p:cNvPr>
          <p:cNvSpPr/>
          <p:nvPr/>
        </p:nvSpPr>
        <p:spPr>
          <a:xfrm>
            <a:off x="2189842" y="2635289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433DBD3-218C-4CE6-BE67-5573C71D46F9}"/>
              </a:ext>
            </a:extLst>
          </p:cNvPr>
          <p:cNvSpPr/>
          <p:nvPr/>
        </p:nvSpPr>
        <p:spPr>
          <a:xfrm>
            <a:off x="2189842" y="3896645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DADBBE2-E37E-4C17-8311-8A3A9934905C}"/>
              </a:ext>
            </a:extLst>
          </p:cNvPr>
          <p:cNvSpPr/>
          <p:nvPr/>
        </p:nvSpPr>
        <p:spPr>
          <a:xfrm>
            <a:off x="2189842" y="4534526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4704907-A70F-4F58-82CE-EB9E014B0210}"/>
              </a:ext>
            </a:extLst>
          </p:cNvPr>
          <p:cNvSpPr/>
          <p:nvPr/>
        </p:nvSpPr>
        <p:spPr>
          <a:xfrm>
            <a:off x="2189842" y="5172408"/>
            <a:ext cx="1866327" cy="554408"/>
          </a:xfrm>
          <a:prstGeom prst="roundRect">
            <a:avLst/>
          </a:prstGeom>
          <a:solidFill>
            <a:srgbClr val="E5BEF0"/>
          </a:solidFill>
          <a:ln w="25400">
            <a:solidFill>
              <a:srgbClr val="E8EC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CB6896A2-7338-4B88-B9F1-BA053790C62C}"/>
              </a:ext>
            </a:extLst>
          </p:cNvPr>
          <p:cNvSpPr/>
          <p:nvPr/>
        </p:nvSpPr>
        <p:spPr>
          <a:xfrm>
            <a:off x="2189842" y="5810289"/>
            <a:ext cx="1866327" cy="554408"/>
          </a:xfrm>
          <a:prstGeom prst="roundRect">
            <a:avLst/>
          </a:prstGeom>
          <a:solidFill>
            <a:srgbClr val="E5B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F935B55A-CA8D-4371-A94F-6547FD2E1BDC}"/>
              </a:ext>
            </a:extLst>
          </p:cNvPr>
          <p:cNvSpPr/>
          <p:nvPr/>
        </p:nvSpPr>
        <p:spPr>
          <a:xfrm>
            <a:off x="4166566" y="2010425"/>
            <a:ext cx="1866327" cy="554408"/>
          </a:xfrm>
          <a:prstGeom prst="roundRect">
            <a:avLst/>
          </a:prstGeom>
          <a:solidFill>
            <a:srgbClr val="E5BEF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CDDE686-9914-47AC-B70C-9FDA1778FD75}"/>
              </a:ext>
            </a:extLst>
          </p:cNvPr>
          <p:cNvSpPr/>
          <p:nvPr/>
        </p:nvSpPr>
        <p:spPr>
          <a:xfrm>
            <a:off x="4166566" y="2648306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913BC36-F4C6-442C-A5D7-8DF58A230038}"/>
              </a:ext>
            </a:extLst>
          </p:cNvPr>
          <p:cNvSpPr/>
          <p:nvPr/>
        </p:nvSpPr>
        <p:spPr>
          <a:xfrm>
            <a:off x="4166566" y="3909662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7470FF8-AC4A-46C2-8B45-2CD8C78A5DF0}"/>
              </a:ext>
            </a:extLst>
          </p:cNvPr>
          <p:cNvSpPr/>
          <p:nvPr/>
        </p:nvSpPr>
        <p:spPr>
          <a:xfrm>
            <a:off x="4166566" y="4547544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EC1870E-C130-442C-BB1E-2049B7A25D26}"/>
              </a:ext>
            </a:extLst>
          </p:cNvPr>
          <p:cNvSpPr/>
          <p:nvPr/>
        </p:nvSpPr>
        <p:spPr>
          <a:xfrm>
            <a:off x="4166566" y="5185425"/>
            <a:ext cx="1866327" cy="554408"/>
          </a:xfrm>
          <a:prstGeom prst="roundRect">
            <a:avLst/>
          </a:prstGeom>
          <a:solidFill>
            <a:srgbClr val="E5BEF0"/>
          </a:solidFill>
          <a:ln w="25400">
            <a:solidFill>
              <a:srgbClr val="E8EC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34A396C-AE53-461B-A58E-E22BB37CA94A}"/>
              </a:ext>
            </a:extLst>
          </p:cNvPr>
          <p:cNvSpPr/>
          <p:nvPr/>
        </p:nvSpPr>
        <p:spPr>
          <a:xfrm>
            <a:off x="4166566" y="5823306"/>
            <a:ext cx="1866327" cy="554408"/>
          </a:xfrm>
          <a:prstGeom prst="roundRect">
            <a:avLst/>
          </a:prstGeom>
          <a:solidFill>
            <a:srgbClr val="E5B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F99CA8C0-F962-44A6-81C0-AAAAC40D8741}"/>
              </a:ext>
            </a:extLst>
          </p:cNvPr>
          <p:cNvSpPr/>
          <p:nvPr/>
        </p:nvSpPr>
        <p:spPr>
          <a:xfrm>
            <a:off x="6096994" y="1997407"/>
            <a:ext cx="1866327" cy="554408"/>
          </a:xfrm>
          <a:prstGeom prst="roundRect">
            <a:avLst/>
          </a:prstGeom>
          <a:solidFill>
            <a:srgbClr val="E5BEF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CCDB37F-F186-4E2B-BA95-E29D86048C49}"/>
              </a:ext>
            </a:extLst>
          </p:cNvPr>
          <p:cNvSpPr/>
          <p:nvPr/>
        </p:nvSpPr>
        <p:spPr>
          <a:xfrm>
            <a:off x="6096994" y="2635289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F92DA28B-80E0-4307-8E08-AFDA5F87078F}"/>
              </a:ext>
            </a:extLst>
          </p:cNvPr>
          <p:cNvSpPr/>
          <p:nvPr/>
        </p:nvSpPr>
        <p:spPr>
          <a:xfrm>
            <a:off x="6096994" y="3896645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766CA9A-A174-4FAB-B5C6-450FF81D9EA3}"/>
              </a:ext>
            </a:extLst>
          </p:cNvPr>
          <p:cNvSpPr/>
          <p:nvPr/>
        </p:nvSpPr>
        <p:spPr>
          <a:xfrm>
            <a:off x="6096994" y="4534526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1400693D-2647-417F-A454-6B73FF7FA20A}"/>
              </a:ext>
            </a:extLst>
          </p:cNvPr>
          <p:cNvSpPr/>
          <p:nvPr/>
        </p:nvSpPr>
        <p:spPr>
          <a:xfrm>
            <a:off x="6096994" y="5172408"/>
            <a:ext cx="1866327" cy="554408"/>
          </a:xfrm>
          <a:prstGeom prst="roundRect">
            <a:avLst/>
          </a:prstGeom>
          <a:solidFill>
            <a:srgbClr val="E5BEF0"/>
          </a:solidFill>
          <a:ln w="25400">
            <a:solidFill>
              <a:srgbClr val="E8EC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9B38C130-7764-4B44-8077-57AE57705EF6}"/>
              </a:ext>
            </a:extLst>
          </p:cNvPr>
          <p:cNvSpPr/>
          <p:nvPr/>
        </p:nvSpPr>
        <p:spPr>
          <a:xfrm>
            <a:off x="6096994" y="5810289"/>
            <a:ext cx="1866327" cy="554408"/>
          </a:xfrm>
          <a:prstGeom prst="roundRect">
            <a:avLst/>
          </a:prstGeom>
          <a:solidFill>
            <a:srgbClr val="E5B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330298E-4405-4AF1-8592-C277A1B3A2BA}"/>
              </a:ext>
            </a:extLst>
          </p:cNvPr>
          <p:cNvSpPr/>
          <p:nvPr/>
        </p:nvSpPr>
        <p:spPr>
          <a:xfrm>
            <a:off x="8059260" y="1997407"/>
            <a:ext cx="1866327" cy="554408"/>
          </a:xfrm>
          <a:prstGeom prst="roundRect">
            <a:avLst/>
          </a:prstGeom>
          <a:solidFill>
            <a:srgbClr val="E5BEF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BFDDFB9C-EB05-4EC2-BC39-B3452A7F2F09}"/>
              </a:ext>
            </a:extLst>
          </p:cNvPr>
          <p:cNvSpPr/>
          <p:nvPr/>
        </p:nvSpPr>
        <p:spPr>
          <a:xfrm>
            <a:off x="8059260" y="2635289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572B99FE-2596-4C86-84FB-92344AD65BBE}"/>
              </a:ext>
            </a:extLst>
          </p:cNvPr>
          <p:cNvSpPr/>
          <p:nvPr/>
        </p:nvSpPr>
        <p:spPr>
          <a:xfrm>
            <a:off x="8059260" y="3896645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144166BE-97FB-4E3C-9EF6-501BB9E971D1}"/>
              </a:ext>
            </a:extLst>
          </p:cNvPr>
          <p:cNvSpPr/>
          <p:nvPr/>
        </p:nvSpPr>
        <p:spPr>
          <a:xfrm>
            <a:off x="8059260" y="4534526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27AE525-6ACF-46F9-88DD-889B0E44AD11}"/>
              </a:ext>
            </a:extLst>
          </p:cNvPr>
          <p:cNvSpPr/>
          <p:nvPr/>
        </p:nvSpPr>
        <p:spPr>
          <a:xfrm>
            <a:off x="8059260" y="5172408"/>
            <a:ext cx="1866327" cy="554408"/>
          </a:xfrm>
          <a:prstGeom prst="roundRect">
            <a:avLst/>
          </a:prstGeom>
          <a:solidFill>
            <a:srgbClr val="E5BEF0"/>
          </a:solidFill>
          <a:ln w="25400">
            <a:solidFill>
              <a:srgbClr val="E8EC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4D7A563C-6800-440C-B35C-8980131F71BE}"/>
              </a:ext>
            </a:extLst>
          </p:cNvPr>
          <p:cNvSpPr/>
          <p:nvPr/>
        </p:nvSpPr>
        <p:spPr>
          <a:xfrm>
            <a:off x="8059260" y="5810289"/>
            <a:ext cx="1866327" cy="554408"/>
          </a:xfrm>
          <a:prstGeom prst="roundRect">
            <a:avLst/>
          </a:prstGeom>
          <a:solidFill>
            <a:srgbClr val="E5B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52" name="Graphic 51" descr="Close">
            <a:extLst>
              <a:ext uri="{FF2B5EF4-FFF2-40B4-BE49-F238E27FC236}">
                <a16:creationId xmlns:a16="http://schemas.microsoft.com/office/drawing/2014/main" id="{C8FDD69D-2741-4E28-9852-5E69B6E647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93102" y="2034647"/>
            <a:ext cx="477927" cy="477927"/>
          </a:xfrm>
          <a:prstGeom prst="rect">
            <a:avLst/>
          </a:prstGeom>
        </p:spPr>
      </p:pic>
      <p:pic>
        <p:nvPicPr>
          <p:cNvPr id="53" name="Graphic 52" descr="Close">
            <a:extLst>
              <a:ext uri="{FF2B5EF4-FFF2-40B4-BE49-F238E27FC236}">
                <a16:creationId xmlns:a16="http://schemas.microsoft.com/office/drawing/2014/main" id="{10CF7490-601D-4FFD-A50B-7CF0BE7809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6890" y="2034647"/>
            <a:ext cx="477927" cy="477927"/>
          </a:xfrm>
          <a:prstGeom prst="rect">
            <a:avLst/>
          </a:prstGeom>
        </p:spPr>
      </p:pic>
      <p:pic>
        <p:nvPicPr>
          <p:cNvPr id="54" name="Graphic 53" descr="Close">
            <a:extLst>
              <a:ext uri="{FF2B5EF4-FFF2-40B4-BE49-F238E27FC236}">
                <a16:creationId xmlns:a16="http://schemas.microsoft.com/office/drawing/2014/main" id="{7DF4E995-FB2B-43C2-8CA8-6B8A397DCD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91194" y="2034647"/>
            <a:ext cx="477927" cy="477927"/>
          </a:xfrm>
          <a:prstGeom prst="rect">
            <a:avLst/>
          </a:prstGeom>
        </p:spPr>
      </p:pic>
      <p:pic>
        <p:nvPicPr>
          <p:cNvPr id="55" name="Graphic 54" descr="Close">
            <a:extLst>
              <a:ext uri="{FF2B5EF4-FFF2-40B4-BE49-F238E27FC236}">
                <a16:creationId xmlns:a16="http://schemas.microsoft.com/office/drawing/2014/main" id="{97116DCB-A1DF-480A-9E9A-0CA0169C1B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31750" y="2034647"/>
            <a:ext cx="477927" cy="477927"/>
          </a:xfrm>
          <a:prstGeom prst="rect">
            <a:avLst/>
          </a:prstGeom>
        </p:spPr>
      </p:pic>
      <p:pic>
        <p:nvPicPr>
          <p:cNvPr id="57" name="Graphic 56" descr="Checkmark">
            <a:extLst>
              <a:ext uri="{FF2B5EF4-FFF2-40B4-BE49-F238E27FC236}">
                <a16:creationId xmlns:a16="http://schemas.microsoft.com/office/drawing/2014/main" id="{909EC384-5B0D-460E-86F2-61CE32608D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802249" y="2647553"/>
            <a:ext cx="499235" cy="499235"/>
          </a:xfrm>
          <a:prstGeom prst="rect">
            <a:avLst/>
          </a:prstGeom>
        </p:spPr>
      </p:pic>
      <p:pic>
        <p:nvPicPr>
          <p:cNvPr id="59" name="Graphic 58" descr="Checkmark">
            <a:extLst>
              <a:ext uri="{FF2B5EF4-FFF2-40B4-BE49-F238E27FC236}">
                <a16:creationId xmlns:a16="http://schemas.microsoft.com/office/drawing/2014/main" id="{82FCB0F5-539C-410C-AA6A-2DF86216FB9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82449" y="3929089"/>
            <a:ext cx="499235" cy="499235"/>
          </a:xfrm>
          <a:prstGeom prst="rect">
            <a:avLst/>
          </a:prstGeom>
        </p:spPr>
      </p:pic>
      <p:pic>
        <p:nvPicPr>
          <p:cNvPr id="61" name="Graphic 60" descr="Close">
            <a:extLst>
              <a:ext uri="{FF2B5EF4-FFF2-40B4-BE49-F238E27FC236}">
                <a16:creationId xmlns:a16="http://schemas.microsoft.com/office/drawing/2014/main" id="{AA4A619A-D5D9-46DD-96E0-59BDB65F34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12902" y="3939742"/>
            <a:ext cx="477927" cy="477927"/>
          </a:xfrm>
          <a:prstGeom prst="rect">
            <a:avLst/>
          </a:prstGeom>
        </p:spPr>
      </p:pic>
      <p:pic>
        <p:nvPicPr>
          <p:cNvPr id="62" name="Graphic 61" descr="Checkmark">
            <a:extLst>
              <a:ext uri="{FF2B5EF4-FFF2-40B4-BE49-F238E27FC236}">
                <a16:creationId xmlns:a16="http://schemas.microsoft.com/office/drawing/2014/main" id="{C19ACF75-F165-4231-AEC4-6FA35285461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21096" y="3929089"/>
            <a:ext cx="499235" cy="499235"/>
          </a:xfrm>
          <a:prstGeom prst="rect">
            <a:avLst/>
          </a:prstGeom>
        </p:spPr>
      </p:pic>
      <p:pic>
        <p:nvPicPr>
          <p:cNvPr id="63" name="Graphic 62" descr="Close">
            <a:extLst>
              <a:ext uri="{FF2B5EF4-FFF2-40B4-BE49-F238E27FC236}">
                <a16:creationId xmlns:a16="http://schemas.microsoft.com/office/drawing/2014/main" id="{F74DA552-6E79-4E98-92BC-7EEF04BC705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93102" y="4578519"/>
            <a:ext cx="477927" cy="477927"/>
          </a:xfrm>
          <a:prstGeom prst="rect">
            <a:avLst/>
          </a:prstGeom>
        </p:spPr>
      </p:pic>
      <p:pic>
        <p:nvPicPr>
          <p:cNvPr id="65" name="Graphic 64" descr="Close">
            <a:extLst>
              <a:ext uri="{FF2B5EF4-FFF2-40B4-BE49-F238E27FC236}">
                <a16:creationId xmlns:a16="http://schemas.microsoft.com/office/drawing/2014/main" id="{D37974A0-F9E5-4E31-B48C-633E6598F4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785150" y="4578519"/>
            <a:ext cx="477927" cy="477927"/>
          </a:xfrm>
          <a:prstGeom prst="rect">
            <a:avLst/>
          </a:prstGeom>
        </p:spPr>
      </p:pic>
      <p:pic>
        <p:nvPicPr>
          <p:cNvPr id="66" name="Graphic 65" descr="Close">
            <a:extLst>
              <a:ext uri="{FF2B5EF4-FFF2-40B4-BE49-F238E27FC236}">
                <a16:creationId xmlns:a16="http://schemas.microsoft.com/office/drawing/2014/main" id="{EFDB3C23-23E3-4BD3-9C27-2A167617DA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20030" y="4578519"/>
            <a:ext cx="477927" cy="477927"/>
          </a:xfrm>
          <a:prstGeom prst="rect">
            <a:avLst/>
          </a:prstGeom>
        </p:spPr>
      </p:pic>
      <p:pic>
        <p:nvPicPr>
          <p:cNvPr id="68" name="Graphic 67" descr="Close">
            <a:extLst>
              <a:ext uri="{FF2B5EF4-FFF2-40B4-BE49-F238E27FC236}">
                <a16:creationId xmlns:a16="http://schemas.microsoft.com/office/drawing/2014/main" id="{A7C8C7F3-D01E-4E07-A2A9-6ACBF3B328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1687" y="5223666"/>
            <a:ext cx="477927" cy="477927"/>
          </a:xfrm>
          <a:prstGeom prst="rect">
            <a:avLst/>
          </a:prstGeom>
        </p:spPr>
      </p:pic>
      <p:pic>
        <p:nvPicPr>
          <p:cNvPr id="69" name="Graphic 68" descr="Close">
            <a:extLst>
              <a:ext uri="{FF2B5EF4-FFF2-40B4-BE49-F238E27FC236}">
                <a16:creationId xmlns:a16="http://schemas.microsoft.com/office/drawing/2014/main" id="{9F383014-5866-48D2-9ED1-91C376136A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12902" y="5223666"/>
            <a:ext cx="477927" cy="477927"/>
          </a:xfrm>
          <a:prstGeom prst="rect">
            <a:avLst/>
          </a:prstGeom>
        </p:spPr>
      </p:pic>
      <p:pic>
        <p:nvPicPr>
          <p:cNvPr id="70" name="Graphic 69" descr="Close">
            <a:extLst>
              <a:ext uri="{FF2B5EF4-FFF2-40B4-BE49-F238E27FC236}">
                <a16:creationId xmlns:a16="http://schemas.microsoft.com/office/drawing/2014/main" id="{25731F23-FAA2-44FB-B612-6CB7CDC5DE1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53460" y="5223666"/>
            <a:ext cx="477927" cy="477927"/>
          </a:xfrm>
          <a:prstGeom prst="rect">
            <a:avLst/>
          </a:prstGeom>
        </p:spPr>
      </p:pic>
      <p:pic>
        <p:nvPicPr>
          <p:cNvPr id="71" name="Graphic 70" descr="Close">
            <a:extLst>
              <a:ext uri="{FF2B5EF4-FFF2-40B4-BE49-F238E27FC236}">
                <a16:creationId xmlns:a16="http://schemas.microsoft.com/office/drawing/2014/main" id="{318791EC-BA34-455C-A027-EB2237F3FB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93102" y="5871142"/>
            <a:ext cx="477927" cy="477927"/>
          </a:xfrm>
          <a:prstGeom prst="rect">
            <a:avLst/>
          </a:prstGeom>
        </p:spPr>
      </p:pic>
      <p:pic>
        <p:nvPicPr>
          <p:cNvPr id="72" name="Graphic 71" descr="Close">
            <a:extLst>
              <a:ext uri="{FF2B5EF4-FFF2-40B4-BE49-F238E27FC236}">
                <a16:creationId xmlns:a16="http://schemas.microsoft.com/office/drawing/2014/main" id="{1351FCC1-B179-4E5D-92A9-B696B4DA9A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38955" y="5857595"/>
            <a:ext cx="477927" cy="477927"/>
          </a:xfrm>
          <a:prstGeom prst="rect">
            <a:avLst/>
          </a:prstGeom>
        </p:spPr>
      </p:pic>
      <p:pic>
        <p:nvPicPr>
          <p:cNvPr id="73" name="Graphic 72" descr="Close">
            <a:extLst>
              <a:ext uri="{FF2B5EF4-FFF2-40B4-BE49-F238E27FC236}">
                <a16:creationId xmlns:a16="http://schemas.microsoft.com/office/drawing/2014/main" id="{9A109824-AA4F-4BC9-A2FF-3161DF352FA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60366" y="5860567"/>
            <a:ext cx="477927" cy="477927"/>
          </a:xfrm>
          <a:prstGeom prst="rect">
            <a:avLst/>
          </a:prstGeom>
        </p:spPr>
      </p:pic>
      <p:sp>
        <p:nvSpPr>
          <p:cNvPr id="83" name="Rectangle: Rounded Corners 82">
            <a:extLst>
              <a:ext uri="{FF2B5EF4-FFF2-40B4-BE49-F238E27FC236}">
                <a16:creationId xmlns:a16="http://schemas.microsoft.com/office/drawing/2014/main" id="{A91E6FA6-D153-4BDB-9008-48819B5FEE49}"/>
              </a:ext>
            </a:extLst>
          </p:cNvPr>
          <p:cNvSpPr/>
          <p:nvPr/>
        </p:nvSpPr>
        <p:spPr>
          <a:xfrm>
            <a:off x="9970959" y="1346088"/>
            <a:ext cx="1905799" cy="554408"/>
          </a:xfrm>
          <a:prstGeom prst="roundRect">
            <a:avLst/>
          </a:prstGeom>
          <a:solidFill>
            <a:srgbClr val="B1A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      Pearl</a:t>
            </a:r>
          </a:p>
        </p:txBody>
      </p: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09A952A9-8C1A-4132-8574-50A37BEFD683}"/>
              </a:ext>
            </a:extLst>
          </p:cNvPr>
          <p:cNvSpPr/>
          <p:nvPr/>
        </p:nvSpPr>
        <p:spPr>
          <a:xfrm>
            <a:off x="10012405" y="1983969"/>
            <a:ext cx="1866327" cy="554408"/>
          </a:xfrm>
          <a:prstGeom prst="roundRect">
            <a:avLst/>
          </a:prstGeom>
          <a:solidFill>
            <a:srgbClr val="E5BEF0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5" name="Rectangle: Rounded Corners 84">
            <a:extLst>
              <a:ext uri="{FF2B5EF4-FFF2-40B4-BE49-F238E27FC236}">
                <a16:creationId xmlns:a16="http://schemas.microsoft.com/office/drawing/2014/main" id="{2FE85BB9-1B6F-4475-B92D-0D8B37680D53}"/>
              </a:ext>
            </a:extLst>
          </p:cNvPr>
          <p:cNvSpPr/>
          <p:nvPr/>
        </p:nvSpPr>
        <p:spPr>
          <a:xfrm>
            <a:off x="10012405" y="2621851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6" name="Rectangle: Rounded Corners 85">
            <a:extLst>
              <a:ext uri="{FF2B5EF4-FFF2-40B4-BE49-F238E27FC236}">
                <a16:creationId xmlns:a16="http://schemas.microsoft.com/office/drawing/2014/main" id="{9D287C19-D96D-423F-B8FD-0C2D8B2194DD}"/>
              </a:ext>
            </a:extLst>
          </p:cNvPr>
          <p:cNvSpPr/>
          <p:nvPr/>
        </p:nvSpPr>
        <p:spPr>
          <a:xfrm>
            <a:off x="10012405" y="3883207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2879B699-02BD-438E-93B4-534EF2290B92}"/>
              </a:ext>
            </a:extLst>
          </p:cNvPr>
          <p:cNvSpPr/>
          <p:nvPr/>
        </p:nvSpPr>
        <p:spPr>
          <a:xfrm>
            <a:off x="10012405" y="4521088"/>
            <a:ext cx="1866327" cy="554408"/>
          </a:xfrm>
          <a:prstGeom prst="roundRect">
            <a:avLst/>
          </a:prstGeom>
          <a:solidFill>
            <a:schemeClr val="tx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A9512F53-E77A-4D48-8B1A-202DDAAF2721}"/>
              </a:ext>
            </a:extLst>
          </p:cNvPr>
          <p:cNvSpPr/>
          <p:nvPr/>
        </p:nvSpPr>
        <p:spPr>
          <a:xfrm>
            <a:off x="10012405" y="5158970"/>
            <a:ext cx="1866327" cy="554408"/>
          </a:xfrm>
          <a:prstGeom prst="roundRect">
            <a:avLst/>
          </a:prstGeom>
          <a:solidFill>
            <a:srgbClr val="E5BEF0"/>
          </a:solidFill>
          <a:ln w="25400">
            <a:solidFill>
              <a:srgbClr val="E8EC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9" name="Rectangle: Rounded Corners 88">
            <a:extLst>
              <a:ext uri="{FF2B5EF4-FFF2-40B4-BE49-F238E27FC236}">
                <a16:creationId xmlns:a16="http://schemas.microsoft.com/office/drawing/2014/main" id="{14B7E32B-8739-4006-AC30-7834049BE6F8}"/>
              </a:ext>
            </a:extLst>
          </p:cNvPr>
          <p:cNvSpPr/>
          <p:nvPr/>
        </p:nvSpPr>
        <p:spPr>
          <a:xfrm>
            <a:off x="10012405" y="5796851"/>
            <a:ext cx="1866327" cy="554408"/>
          </a:xfrm>
          <a:prstGeom prst="roundRect">
            <a:avLst/>
          </a:prstGeom>
          <a:solidFill>
            <a:srgbClr val="E5B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94" name="Graphic 93" descr="Checkmark">
            <a:extLst>
              <a:ext uri="{FF2B5EF4-FFF2-40B4-BE49-F238E27FC236}">
                <a16:creationId xmlns:a16="http://schemas.microsoft.com/office/drawing/2014/main" id="{A5BB1B05-74B2-4B5F-AC3C-9A854A7D9B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74241" y="3915651"/>
            <a:ext cx="499235" cy="499235"/>
          </a:xfrm>
          <a:prstGeom prst="rect">
            <a:avLst/>
          </a:prstGeom>
        </p:spPr>
      </p:pic>
      <p:pic>
        <p:nvPicPr>
          <p:cNvPr id="100" name="Graphic 99" descr="Checkmark">
            <a:extLst>
              <a:ext uri="{FF2B5EF4-FFF2-40B4-BE49-F238E27FC236}">
                <a16:creationId xmlns:a16="http://schemas.microsoft.com/office/drawing/2014/main" id="{2946B3CF-CFAA-48B2-8736-8EEA0867B51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89722" y="5863431"/>
            <a:ext cx="499235" cy="499235"/>
          </a:xfrm>
          <a:prstGeom prst="rect">
            <a:avLst/>
          </a:prstGeom>
        </p:spPr>
      </p:pic>
      <p:pic>
        <p:nvPicPr>
          <p:cNvPr id="101" name="Graphic 100" descr="Checkmark">
            <a:extLst>
              <a:ext uri="{FF2B5EF4-FFF2-40B4-BE49-F238E27FC236}">
                <a16:creationId xmlns:a16="http://schemas.microsoft.com/office/drawing/2014/main" id="{F8784E3B-25D0-4537-BAB2-EFA496F6435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00002" y="5199081"/>
            <a:ext cx="499235" cy="499235"/>
          </a:xfrm>
          <a:prstGeom prst="rect">
            <a:avLst/>
          </a:prstGeom>
        </p:spPr>
      </p:pic>
      <p:pic>
        <p:nvPicPr>
          <p:cNvPr id="102" name="Graphic 101" descr="Checkmark">
            <a:extLst>
              <a:ext uri="{FF2B5EF4-FFF2-40B4-BE49-F238E27FC236}">
                <a16:creationId xmlns:a16="http://schemas.microsoft.com/office/drawing/2014/main" id="{2D629AC8-278E-484D-B6C3-B8D5F84410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10282" y="4534731"/>
            <a:ext cx="499235" cy="499235"/>
          </a:xfrm>
          <a:prstGeom prst="rect">
            <a:avLst/>
          </a:prstGeom>
        </p:spPr>
      </p:pic>
      <p:pic>
        <p:nvPicPr>
          <p:cNvPr id="104" name="Graphic 103" descr="Checkmark">
            <a:extLst>
              <a:ext uri="{FF2B5EF4-FFF2-40B4-BE49-F238E27FC236}">
                <a16:creationId xmlns:a16="http://schemas.microsoft.com/office/drawing/2014/main" id="{F12EF61B-C277-4429-B541-DAEDD314B5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30842" y="2640431"/>
            <a:ext cx="499235" cy="499235"/>
          </a:xfrm>
          <a:prstGeom prst="rect">
            <a:avLst/>
          </a:prstGeom>
        </p:spPr>
      </p:pic>
      <p:pic>
        <p:nvPicPr>
          <p:cNvPr id="105" name="Graphic 104" descr="Checkmark">
            <a:extLst>
              <a:ext uri="{FF2B5EF4-FFF2-40B4-BE49-F238E27FC236}">
                <a16:creationId xmlns:a16="http://schemas.microsoft.com/office/drawing/2014/main" id="{50CF5B6B-6657-4944-BA29-19D854A5E67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741122" y="1999231"/>
            <a:ext cx="499235" cy="499235"/>
          </a:xfrm>
          <a:prstGeom prst="rect">
            <a:avLst/>
          </a:prstGeom>
        </p:spPr>
      </p:pic>
      <p:pic>
        <p:nvPicPr>
          <p:cNvPr id="103" name="Picture 102">
            <a:extLst>
              <a:ext uri="{FF2B5EF4-FFF2-40B4-BE49-F238E27FC236}">
                <a16:creationId xmlns:a16="http://schemas.microsoft.com/office/drawing/2014/main" id="{72D5FC6E-8518-46D6-BCCF-985246A7BAE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3227" t="3227" r="3227" b="3227"/>
          <a:stretch>
            <a:fillRect/>
          </a:stretch>
        </p:blipFill>
        <p:spPr>
          <a:xfrm>
            <a:off x="8151970" y="1412431"/>
            <a:ext cx="451459" cy="451459"/>
          </a:xfrm>
          <a:custGeom>
            <a:avLst/>
            <a:gdLst>
              <a:gd name="connsiteX0" fmla="*/ 259085 w 1554480"/>
              <a:gd name="connsiteY0" fmla="*/ 0 h 1554480"/>
              <a:gd name="connsiteX1" fmla="*/ 1295395 w 1554480"/>
              <a:gd name="connsiteY1" fmla="*/ 0 h 1554480"/>
              <a:gd name="connsiteX2" fmla="*/ 1554480 w 1554480"/>
              <a:gd name="connsiteY2" fmla="*/ 259085 h 1554480"/>
              <a:gd name="connsiteX3" fmla="*/ 1554480 w 1554480"/>
              <a:gd name="connsiteY3" fmla="*/ 1295395 h 1554480"/>
              <a:gd name="connsiteX4" fmla="*/ 1295395 w 1554480"/>
              <a:gd name="connsiteY4" fmla="*/ 1554480 h 1554480"/>
              <a:gd name="connsiteX5" fmla="*/ 259085 w 1554480"/>
              <a:gd name="connsiteY5" fmla="*/ 1554480 h 1554480"/>
              <a:gd name="connsiteX6" fmla="*/ 0 w 1554480"/>
              <a:gd name="connsiteY6" fmla="*/ 1295395 h 1554480"/>
              <a:gd name="connsiteX7" fmla="*/ 0 w 1554480"/>
              <a:gd name="connsiteY7" fmla="*/ 259085 h 1554480"/>
              <a:gd name="connsiteX8" fmla="*/ 259085 w 1554480"/>
              <a:gd name="connsiteY8" fmla="*/ 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554480">
                <a:moveTo>
                  <a:pt x="259085" y="0"/>
                </a:moveTo>
                <a:lnTo>
                  <a:pt x="1295395" y="0"/>
                </a:lnTo>
                <a:cubicBezTo>
                  <a:pt x="1438484" y="0"/>
                  <a:pt x="1554480" y="115996"/>
                  <a:pt x="1554480" y="259085"/>
                </a:cubicBezTo>
                <a:lnTo>
                  <a:pt x="1554480" y="1295395"/>
                </a:lnTo>
                <a:cubicBezTo>
                  <a:pt x="1554480" y="1438484"/>
                  <a:pt x="1438484" y="1554480"/>
                  <a:pt x="1295395" y="1554480"/>
                </a:cubicBezTo>
                <a:lnTo>
                  <a:pt x="259085" y="1554480"/>
                </a:lnTo>
                <a:cubicBezTo>
                  <a:pt x="115996" y="1554480"/>
                  <a:pt x="0" y="1438484"/>
                  <a:pt x="0" y="1295395"/>
                </a:cubicBezTo>
                <a:lnTo>
                  <a:pt x="0" y="259085"/>
                </a:lnTo>
                <a:cubicBezTo>
                  <a:pt x="0" y="115996"/>
                  <a:pt x="115996" y="0"/>
                  <a:pt x="259085" y="0"/>
                </a:cubicBezTo>
                <a:close/>
              </a:path>
            </a:pathLst>
          </a:cu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589DD1A7-3C77-48B0-8DD2-060D8D6BCB1A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5680" t="5680" r="5680" b="5680"/>
          <a:stretch>
            <a:fillRect/>
          </a:stretch>
        </p:blipFill>
        <p:spPr>
          <a:xfrm>
            <a:off x="6155287" y="1405532"/>
            <a:ext cx="446607" cy="446607"/>
          </a:xfrm>
          <a:custGeom>
            <a:avLst/>
            <a:gdLst>
              <a:gd name="connsiteX0" fmla="*/ 259085 w 1554480"/>
              <a:gd name="connsiteY0" fmla="*/ 0 h 1554480"/>
              <a:gd name="connsiteX1" fmla="*/ 1295395 w 1554480"/>
              <a:gd name="connsiteY1" fmla="*/ 0 h 1554480"/>
              <a:gd name="connsiteX2" fmla="*/ 1554480 w 1554480"/>
              <a:gd name="connsiteY2" fmla="*/ 259085 h 1554480"/>
              <a:gd name="connsiteX3" fmla="*/ 1554480 w 1554480"/>
              <a:gd name="connsiteY3" fmla="*/ 1295395 h 1554480"/>
              <a:gd name="connsiteX4" fmla="*/ 1295395 w 1554480"/>
              <a:gd name="connsiteY4" fmla="*/ 1554480 h 1554480"/>
              <a:gd name="connsiteX5" fmla="*/ 259085 w 1554480"/>
              <a:gd name="connsiteY5" fmla="*/ 1554480 h 1554480"/>
              <a:gd name="connsiteX6" fmla="*/ 0 w 1554480"/>
              <a:gd name="connsiteY6" fmla="*/ 1295395 h 1554480"/>
              <a:gd name="connsiteX7" fmla="*/ 0 w 1554480"/>
              <a:gd name="connsiteY7" fmla="*/ 259085 h 1554480"/>
              <a:gd name="connsiteX8" fmla="*/ 259085 w 1554480"/>
              <a:gd name="connsiteY8" fmla="*/ 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554480">
                <a:moveTo>
                  <a:pt x="259085" y="0"/>
                </a:moveTo>
                <a:lnTo>
                  <a:pt x="1295395" y="0"/>
                </a:lnTo>
                <a:cubicBezTo>
                  <a:pt x="1438484" y="0"/>
                  <a:pt x="1554480" y="115996"/>
                  <a:pt x="1554480" y="259085"/>
                </a:cubicBezTo>
                <a:lnTo>
                  <a:pt x="1554480" y="1295395"/>
                </a:lnTo>
                <a:cubicBezTo>
                  <a:pt x="1554480" y="1438484"/>
                  <a:pt x="1438484" y="1554480"/>
                  <a:pt x="1295395" y="1554480"/>
                </a:cubicBezTo>
                <a:lnTo>
                  <a:pt x="259085" y="1554480"/>
                </a:lnTo>
                <a:cubicBezTo>
                  <a:pt x="115996" y="1554480"/>
                  <a:pt x="0" y="1438484"/>
                  <a:pt x="0" y="1295395"/>
                </a:cubicBezTo>
                <a:lnTo>
                  <a:pt x="0" y="259085"/>
                </a:lnTo>
                <a:cubicBezTo>
                  <a:pt x="0" y="115996"/>
                  <a:pt x="115996" y="0"/>
                  <a:pt x="259085" y="0"/>
                </a:cubicBezTo>
                <a:close/>
              </a:path>
            </a:pathLst>
          </a:custGeom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9E60011A-6944-4C90-83E2-EB0471E4BC0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1267" y="1405878"/>
            <a:ext cx="434828" cy="434828"/>
          </a:xfrm>
          <a:custGeom>
            <a:avLst/>
            <a:gdLst>
              <a:gd name="connsiteX0" fmla="*/ 259085 w 1554480"/>
              <a:gd name="connsiteY0" fmla="*/ 0 h 1554480"/>
              <a:gd name="connsiteX1" fmla="*/ 1295395 w 1554480"/>
              <a:gd name="connsiteY1" fmla="*/ 0 h 1554480"/>
              <a:gd name="connsiteX2" fmla="*/ 1554480 w 1554480"/>
              <a:gd name="connsiteY2" fmla="*/ 259085 h 1554480"/>
              <a:gd name="connsiteX3" fmla="*/ 1554480 w 1554480"/>
              <a:gd name="connsiteY3" fmla="*/ 1295395 h 1554480"/>
              <a:gd name="connsiteX4" fmla="*/ 1295395 w 1554480"/>
              <a:gd name="connsiteY4" fmla="*/ 1554480 h 1554480"/>
              <a:gd name="connsiteX5" fmla="*/ 259085 w 1554480"/>
              <a:gd name="connsiteY5" fmla="*/ 1554480 h 1554480"/>
              <a:gd name="connsiteX6" fmla="*/ 0 w 1554480"/>
              <a:gd name="connsiteY6" fmla="*/ 1295395 h 1554480"/>
              <a:gd name="connsiteX7" fmla="*/ 0 w 1554480"/>
              <a:gd name="connsiteY7" fmla="*/ 259085 h 1554480"/>
              <a:gd name="connsiteX8" fmla="*/ 259085 w 1554480"/>
              <a:gd name="connsiteY8" fmla="*/ 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554480">
                <a:moveTo>
                  <a:pt x="259085" y="0"/>
                </a:moveTo>
                <a:lnTo>
                  <a:pt x="1295395" y="0"/>
                </a:lnTo>
                <a:cubicBezTo>
                  <a:pt x="1438484" y="0"/>
                  <a:pt x="1554480" y="115996"/>
                  <a:pt x="1554480" y="259085"/>
                </a:cubicBezTo>
                <a:lnTo>
                  <a:pt x="1554480" y="1295395"/>
                </a:lnTo>
                <a:cubicBezTo>
                  <a:pt x="1554480" y="1438484"/>
                  <a:pt x="1438484" y="1554480"/>
                  <a:pt x="1295395" y="1554480"/>
                </a:cubicBezTo>
                <a:lnTo>
                  <a:pt x="259085" y="1554480"/>
                </a:lnTo>
                <a:cubicBezTo>
                  <a:pt x="115996" y="1554480"/>
                  <a:pt x="0" y="1438484"/>
                  <a:pt x="0" y="1295395"/>
                </a:cubicBezTo>
                <a:lnTo>
                  <a:pt x="0" y="259085"/>
                </a:lnTo>
                <a:cubicBezTo>
                  <a:pt x="0" y="115996"/>
                  <a:pt x="115996" y="0"/>
                  <a:pt x="259085" y="0"/>
                </a:cubicBezTo>
                <a:close/>
              </a:path>
            </a:pathLst>
          </a:cu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EBF6A09A-4595-40F7-B897-721BF8BCF9A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1"/>
          <a:stretch>
            <a:fillRect/>
          </a:stretch>
        </p:blipFill>
        <p:spPr>
          <a:xfrm>
            <a:off x="10257329" y="1386133"/>
            <a:ext cx="438136" cy="434760"/>
          </a:xfrm>
          <a:custGeom>
            <a:avLst/>
            <a:gdLst>
              <a:gd name="connsiteX0" fmla="*/ 73026 w 438136"/>
              <a:gd name="connsiteY0" fmla="*/ 0 h 434760"/>
              <a:gd name="connsiteX1" fmla="*/ 365124 w 438136"/>
              <a:gd name="connsiteY1" fmla="*/ 0 h 434760"/>
              <a:gd name="connsiteX2" fmla="*/ 432411 w 438136"/>
              <a:gd name="connsiteY2" fmla="*/ 44601 h 434760"/>
              <a:gd name="connsiteX3" fmla="*/ 438136 w 438136"/>
              <a:gd name="connsiteY3" fmla="*/ 72957 h 434760"/>
              <a:gd name="connsiteX4" fmla="*/ 438136 w 438136"/>
              <a:gd name="connsiteY4" fmla="*/ 372814 h 434760"/>
              <a:gd name="connsiteX5" fmla="*/ 432411 w 438136"/>
              <a:gd name="connsiteY5" fmla="*/ 401169 h 434760"/>
              <a:gd name="connsiteX6" fmla="*/ 416761 w 438136"/>
              <a:gd name="connsiteY6" fmla="*/ 424381 h 434760"/>
              <a:gd name="connsiteX7" fmla="*/ 401367 w 438136"/>
              <a:gd name="connsiteY7" fmla="*/ 434760 h 434760"/>
              <a:gd name="connsiteX8" fmla="*/ 36783 w 438136"/>
              <a:gd name="connsiteY8" fmla="*/ 434760 h 434760"/>
              <a:gd name="connsiteX9" fmla="*/ 21389 w 438136"/>
              <a:gd name="connsiteY9" fmla="*/ 424381 h 434760"/>
              <a:gd name="connsiteX10" fmla="*/ 0 w 438136"/>
              <a:gd name="connsiteY10" fmla="*/ 372744 h 434760"/>
              <a:gd name="connsiteX11" fmla="*/ 0 w 438136"/>
              <a:gd name="connsiteY11" fmla="*/ 73026 h 434760"/>
              <a:gd name="connsiteX12" fmla="*/ 73026 w 438136"/>
              <a:gd name="connsiteY12" fmla="*/ 0 h 434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38136" h="434760">
                <a:moveTo>
                  <a:pt x="73026" y="0"/>
                </a:moveTo>
                <a:lnTo>
                  <a:pt x="365124" y="0"/>
                </a:lnTo>
                <a:cubicBezTo>
                  <a:pt x="395372" y="0"/>
                  <a:pt x="421325" y="18391"/>
                  <a:pt x="432411" y="44601"/>
                </a:cubicBezTo>
                <a:lnTo>
                  <a:pt x="438136" y="72957"/>
                </a:lnTo>
                <a:lnTo>
                  <a:pt x="438136" y="372814"/>
                </a:lnTo>
                <a:lnTo>
                  <a:pt x="432411" y="401169"/>
                </a:lnTo>
                <a:cubicBezTo>
                  <a:pt x="428716" y="409906"/>
                  <a:pt x="423369" y="417774"/>
                  <a:pt x="416761" y="424381"/>
                </a:cubicBezTo>
                <a:lnTo>
                  <a:pt x="401367" y="434760"/>
                </a:lnTo>
                <a:lnTo>
                  <a:pt x="36783" y="434760"/>
                </a:lnTo>
                <a:lnTo>
                  <a:pt x="21389" y="424381"/>
                </a:lnTo>
                <a:cubicBezTo>
                  <a:pt x="8174" y="411166"/>
                  <a:pt x="0" y="392910"/>
                  <a:pt x="0" y="372744"/>
                </a:cubicBezTo>
                <a:lnTo>
                  <a:pt x="0" y="73026"/>
                </a:lnTo>
                <a:cubicBezTo>
                  <a:pt x="0" y="32695"/>
                  <a:pt x="32695" y="0"/>
                  <a:pt x="73026" y="0"/>
                </a:cubicBezTo>
                <a:close/>
              </a:path>
            </a:pathLst>
          </a:custGeom>
        </p:spPr>
      </p:pic>
      <p:pic>
        <p:nvPicPr>
          <p:cNvPr id="107" name="Graphic 106" descr="Checkmark">
            <a:extLst>
              <a:ext uri="{FF2B5EF4-FFF2-40B4-BE49-F238E27FC236}">
                <a16:creationId xmlns:a16="http://schemas.microsoft.com/office/drawing/2014/main" id="{662B6D17-2397-4EAB-82F3-10C9300450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83401" y="5213011"/>
            <a:ext cx="499235" cy="499235"/>
          </a:xfrm>
          <a:prstGeom prst="rect">
            <a:avLst/>
          </a:prstGeom>
        </p:spPr>
      </p:pic>
      <p:pic>
        <p:nvPicPr>
          <p:cNvPr id="115" name="Graphic 114" descr="Checkmark">
            <a:extLst>
              <a:ext uri="{FF2B5EF4-FFF2-40B4-BE49-F238E27FC236}">
                <a16:creationId xmlns:a16="http://schemas.microsoft.com/office/drawing/2014/main" id="{EF4AE8F2-F8AD-4984-8B1E-49F8B615A3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73387" y="2665456"/>
            <a:ext cx="499235" cy="499235"/>
          </a:xfrm>
          <a:prstGeom prst="rect">
            <a:avLst/>
          </a:prstGeom>
        </p:spPr>
      </p:pic>
      <p:pic>
        <p:nvPicPr>
          <p:cNvPr id="116" name="Graphic 115" descr="Checkmark">
            <a:extLst>
              <a:ext uri="{FF2B5EF4-FFF2-40B4-BE49-F238E27FC236}">
                <a16:creationId xmlns:a16="http://schemas.microsoft.com/office/drawing/2014/main" id="{4268A35D-C562-4A9F-BEE8-3B3C02D2929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47770" y="2683290"/>
            <a:ext cx="499235" cy="499235"/>
          </a:xfrm>
          <a:prstGeom prst="rect">
            <a:avLst/>
          </a:prstGeom>
        </p:spPr>
      </p:pic>
      <p:pic>
        <p:nvPicPr>
          <p:cNvPr id="117" name="Graphic 116" descr="Checkmark">
            <a:extLst>
              <a:ext uri="{FF2B5EF4-FFF2-40B4-BE49-F238E27FC236}">
                <a16:creationId xmlns:a16="http://schemas.microsoft.com/office/drawing/2014/main" id="{BD325E9E-6884-434A-9EE0-3D521FE3D4A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71820" y="3930575"/>
            <a:ext cx="499235" cy="499235"/>
          </a:xfrm>
          <a:prstGeom prst="rect">
            <a:avLst/>
          </a:prstGeom>
        </p:spPr>
      </p:pic>
      <p:pic>
        <p:nvPicPr>
          <p:cNvPr id="118" name="Graphic 117" descr="Close">
            <a:extLst>
              <a:ext uri="{FF2B5EF4-FFF2-40B4-BE49-F238E27FC236}">
                <a16:creationId xmlns:a16="http://schemas.microsoft.com/office/drawing/2014/main" id="{514A4CF3-68FE-4D04-8A90-5F565CD685D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58423" y="4578519"/>
            <a:ext cx="477927" cy="477927"/>
          </a:xfrm>
          <a:prstGeom prst="rect">
            <a:avLst/>
          </a:prstGeom>
        </p:spPr>
      </p:pic>
      <p:pic>
        <p:nvPicPr>
          <p:cNvPr id="119" name="Graphic 118" descr="Close">
            <a:extLst>
              <a:ext uri="{FF2B5EF4-FFF2-40B4-BE49-F238E27FC236}">
                <a16:creationId xmlns:a16="http://schemas.microsoft.com/office/drawing/2014/main" id="{64E336C1-1582-47B7-AA6C-D32A762B44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1687" y="5844364"/>
            <a:ext cx="477927" cy="477927"/>
          </a:xfrm>
          <a:prstGeom prst="rect">
            <a:avLst/>
          </a:prstGeom>
        </p:spPr>
      </p:pic>
      <p:pic>
        <p:nvPicPr>
          <p:cNvPr id="122" name="Graphic 121" descr="Close">
            <a:extLst>
              <a:ext uri="{FF2B5EF4-FFF2-40B4-BE49-F238E27FC236}">
                <a16:creationId xmlns:a16="http://schemas.microsoft.com/office/drawing/2014/main" id="{352325FA-EEC2-426D-98DB-A080001C6E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23581" y="2685846"/>
            <a:ext cx="477927" cy="477927"/>
          </a:xfrm>
          <a:prstGeom prst="rect">
            <a:avLst/>
          </a:prstGeom>
        </p:spPr>
      </p:pic>
      <p:sp>
        <p:nvSpPr>
          <p:cNvPr id="123" name="Rectangle: Rounded Corners 122">
            <a:extLst>
              <a:ext uri="{FF2B5EF4-FFF2-40B4-BE49-F238E27FC236}">
                <a16:creationId xmlns:a16="http://schemas.microsoft.com/office/drawing/2014/main" id="{B80B3DD6-D822-4005-89DB-C3B2D114267A}"/>
              </a:ext>
            </a:extLst>
          </p:cNvPr>
          <p:cNvSpPr/>
          <p:nvPr/>
        </p:nvSpPr>
        <p:spPr>
          <a:xfrm>
            <a:off x="2191815" y="1359526"/>
            <a:ext cx="1905799" cy="554408"/>
          </a:xfrm>
          <a:prstGeom prst="roundRect">
            <a:avLst/>
          </a:prstGeom>
          <a:solidFill>
            <a:srgbClr val="B1A6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b="1" dirty="0">
                <a:latin typeface="Poppins" panose="00000500000000000000" pitchFamily="2" charset="0"/>
                <a:cs typeface="Poppins" panose="00000500000000000000" pitchFamily="2" charset="0"/>
              </a:rPr>
              <a:t>         Free Acne</a:t>
            </a:r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78C66170-09D7-49AA-8F47-E5D37CBA01B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116" y="1412431"/>
            <a:ext cx="441275" cy="441275"/>
          </a:xfrm>
          <a:custGeom>
            <a:avLst/>
            <a:gdLst>
              <a:gd name="connsiteX0" fmla="*/ 259085 w 1554480"/>
              <a:gd name="connsiteY0" fmla="*/ 0 h 1554480"/>
              <a:gd name="connsiteX1" fmla="*/ 1295395 w 1554480"/>
              <a:gd name="connsiteY1" fmla="*/ 0 h 1554480"/>
              <a:gd name="connsiteX2" fmla="*/ 1554480 w 1554480"/>
              <a:gd name="connsiteY2" fmla="*/ 259085 h 1554480"/>
              <a:gd name="connsiteX3" fmla="*/ 1554480 w 1554480"/>
              <a:gd name="connsiteY3" fmla="*/ 1295395 h 1554480"/>
              <a:gd name="connsiteX4" fmla="*/ 1295395 w 1554480"/>
              <a:gd name="connsiteY4" fmla="*/ 1554480 h 1554480"/>
              <a:gd name="connsiteX5" fmla="*/ 259085 w 1554480"/>
              <a:gd name="connsiteY5" fmla="*/ 1554480 h 1554480"/>
              <a:gd name="connsiteX6" fmla="*/ 0 w 1554480"/>
              <a:gd name="connsiteY6" fmla="*/ 1295395 h 1554480"/>
              <a:gd name="connsiteX7" fmla="*/ 0 w 1554480"/>
              <a:gd name="connsiteY7" fmla="*/ 259085 h 1554480"/>
              <a:gd name="connsiteX8" fmla="*/ 259085 w 1554480"/>
              <a:gd name="connsiteY8" fmla="*/ 0 h 15544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54480" h="1554480">
                <a:moveTo>
                  <a:pt x="259085" y="0"/>
                </a:moveTo>
                <a:lnTo>
                  <a:pt x="1295395" y="0"/>
                </a:lnTo>
                <a:cubicBezTo>
                  <a:pt x="1438484" y="0"/>
                  <a:pt x="1554480" y="115996"/>
                  <a:pt x="1554480" y="259085"/>
                </a:cubicBezTo>
                <a:lnTo>
                  <a:pt x="1554480" y="1295395"/>
                </a:lnTo>
                <a:cubicBezTo>
                  <a:pt x="1554480" y="1438484"/>
                  <a:pt x="1438484" y="1554480"/>
                  <a:pt x="1295395" y="1554480"/>
                </a:cubicBezTo>
                <a:lnTo>
                  <a:pt x="259085" y="1554480"/>
                </a:lnTo>
                <a:cubicBezTo>
                  <a:pt x="115996" y="1554480"/>
                  <a:pt x="0" y="1438484"/>
                  <a:pt x="0" y="1295395"/>
                </a:cubicBezTo>
                <a:lnTo>
                  <a:pt x="0" y="259085"/>
                </a:lnTo>
                <a:cubicBezTo>
                  <a:pt x="0" y="115996"/>
                  <a:pt x="115996" y="0"/>
                  <a:pt x="259085" y="0"/>
                </a:cubicBezTo>
                <a:close/>
              </a:path>
            </a:pathLst>
          </a:custGeom>
        </p:spPr>
      </p:pic>
      <p:sp>
        <p:nvSpPr>
          <p:cNvPr id="81" name="Rectangle: Rounded Corners 80">
            <a:extLst>
              <a:ext uri="{FF2B5EF4-FFF2-40B4-BE49-F238E27FC236}">
                <a16:creationId xmlns:a16="http://schemas.microsoft.com/office/drawing/2014/main" id="{D804AE0E-00C0-4823-8105-EA7252194643}"/>
              </a:ext>
            </a:extLst>
          </p:cNvPr>
          <p:cNvSpPr/>
          <p:nvPr/>
        </p:nvSpPr>
        <p:spPr>
          <a:xfrm>
            <a:off x="244973" y="3268597"/>
            <a:ext cx="1866327" cy="554408"/>
          </a:xfrm>
          <a:prstGeom prst="roundRect">
            <a:avLst/>
          </a:prstGeom>
          <a:solidFill>
            <a:srgbClr val="D872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300" b="1" dirty="0">
                <a:latin typeface="Poppins" panose="00000500000000000000" pitchFamily="2" charset="0"/>
                <a:cs typeface="Poppins" panose="00000500000000000000" pitchFamily="2" charset="0"/>
              </a:rPr>
              <a:t>Automatic Acne Severity Detection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BC2E41D3-4508-4BF8-8259-390B62407F18}"/>
              </a:ext>
            </a:extLst>
          </p:cNvPr>
          <p:cNvSpPr/>
          <p:nvPr/>
        </p:nvSpPr>
        <p:spPr>
          <a:xfrm>
            <a:off x="2189842" y="3268597"/>
            <a:ext cx="1866327" cy="554408"/>
          </a:xfrm>
          <a:prstGeom prst="roundRect">
            <a:avLst/>
          </a:prstGeom>
          <a:solidFill>
            <a:srgbClr val="E5B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C497F6BE-4472-4D31-B1ED-2D920FD85DBB}"/>
              </a:ext>
            </a:extLst>
          </p:cNvPr>
          <p:cNvSpPr/>
          <p:nvPr/>
        </p:nvSpPr>
        <p:spPr>
          <a:xfrm>
            <a:off x="4166566" y="3281614"/>
            <a:ext cx="1866327" cy="554408"/>
          </a:xfrm>
          <a:prstGeom prst="roundRect">
            <a:avLst/>
          </a:prstGeom>
          <a:solidFill>
            <a:srgbClr val="E5B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1DD961A1-0637-4092-BDC6-A9C7720D615E}"/>
              </a:ext>
            </a:extLst>
          </p:cNvPr>
          <p:cNvSpPr/>
          <p:nvPr/>
        </p:nvSpPr>
        <p:spPr>
          <a:xfrm>
            <a:off x="6096994" y="3268597"/>
            <a:ext cx="1866327" cy="554408"/>
          </a:xfrm>
          <a:prstGeom prst="roundRect">
            <a:avLst/>
          </a:prstGeom>
          <a:solidFill>
            <a:srgbClr val="E5B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2" name="Rectangle: Rounded Corners 91">
            <a:extLst>
              <a:ext uri="{FF2B5EF4-FFF2-40B4-BE49-F238E27FC236}">
                <a16:creationId xmlns:a16="http://schemas.microsoft.com/office/drawing/2014/main" id="{E0AEEA71-2B47-4765-B190-40AA7641F7F4}"/>
              </a:ext>
            </a:extLst>
          </p:cNvPr>
          <p:cNvSpPr/>
          <p:nvPr/>
        </p:nvSpPr>
        <p:spPr>
          <a:xfrm>
            <a:off x="8059260" y="3268597"/>
            <a:ext cx="1866327" cy="554408"/>
          </a:xfrm>
          <a:prstGeom prst="roundRect">
            <a:avLst/>
          </a:prstGeom>
          <a:solidFill>
            <a:srgbClr val="E5B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93" name="Graphic 92" descr="Close">
            <a:extLst>
              <a:ext uri="{FF2B5EF4-FFF2-40B4-BE49-F238E27FC236}">
                <a16:creationId xmlns:a16="http://schemas.microsoft.com/office/drawing/2014/main" id="{0EA9C53C-E697-40FF-9A0C-464C4BBD247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93102" y="3329450"/>
            <a:ext cx="477927" cy="477927"/>
          </a:xfrm>
          <a:prstGeom prst="rect">
            <a:avLst/>
          </a:prstGeom>
        </p:spPr>
      </p:pic>
      <p:pic>
        <p:nvPicPr>
          <p:cNvPr id="95" name="Graphic 94" descr="Close">
            <a:extLst>
              <a:ext uri="{FF2B5EF4-FFF2-40B4-BE49-F238E27FC236}">
                <a16:creationId xmlns:a16="http://schemas.microsoft.com/office/drawing/2014/main" id="{0F46E082-F956-44D9-82FE-D4126609A8A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838955" y="3315903"/>
            <a:ext cx="477927" cy="477927"/>
          </a:xfrm>
          <a:prstGeom prst="rect">
            <a:avLst/>
          </a:prstGeom>
        </p:spPr>
      </p:pic>
      <p:pic>
        <p:nvPicPr>
          <p:cNvPr id="96" name="Graphic 95" descr="Close">
            <a:extLst>
              <a:ext uri="{FF2B5EF4-FFF2-40B4-BE49-F238E27FC236}">
                <a16:creationId xmlns:a16="http://schemas.microsoft.com/office/drawing/2014/main" id="{6700FBA0-99F5-4F61-BA14-EBFB994CAC7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60366" y="3318875"/>
            <a:ext cx="477927" cy="477927"/>
          </a:xfrm>
          <a:prstGeom prst="rect">
            <a:avLst/>
          </a:prstGeom>
        </p:spPr>
      </p:pic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0099CFBF-1389-47F8-AF5B-3E46E89D3B3C}"/>
              </a:ext>
            </a:extLst>
          </p:cNvPr>
          <p:cNvSpPr/>
          <p:nvPr/>
        </p:nvSpPr>
        <p:spPr>
          <a:xfrm>
            <a:off x="10012405" y="3255159"/>
            <a:ext cx="1866327" cy="554408"/>
          </a:xfrm>
          <a:prstGeom prst="roundRect">
            <a:avLst/>
          </a:prstGeom>
          <a:solidFill>
            <a:srgbClr val="E5BE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98" name="Graphic 97" descr="Checkmark">
            <a:extLst>
              <a:ext uri="{FF2B5EF4-FFF2-40B4-BE49-F238E27FC236}">
                <a16:creationId xmlns:a16="http://schemas.microsoft.com/office/drawing/2014/main" id="{CDE28614-63D2-40EC-8F1A-9468DC872F1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689722" y="3321739"/>
            <a:ext cx="499235" cy="499235"/>
          </a:xfrm>
          <a:prstGeom prst="rect">
            <a:avLst/>
          </a:prstGeom>
        </p:spPr>
      </p:pic>
      <p:pic>
        <p:nvPicPr>
          <p:cNvPr id="99" name="Graphic 98" descr="Close">
            <a:extLst>
              <a:ext uri="{FF2B5EF4-FFF2-40B4-BE49-F238E27FC236}">
                <a16:creationId xmlns:a16="http://schemas.microsoft.com/office/drawing/2014/main" id="{F34CC879-7862-472A-A5FF-0AB5866ABA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91687" y="3302672"/>
            <a:ext cx="477927" cy="477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432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82E5C920-6971-E0B7-3F9F-F600FCD0C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F0EB2DA5-F848-4D63-A958-1EED154D35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7C38A98-8D4C-425A-9328-AACB11303283}"/>
              </a:ext>
            </a:extLst>
          </p:cNvPr>
          <p:cNvSpPr txBox="1"/>
          <p:nvPr/>
        </p:nvSpPr>
        <p:spPr>
          <a:xfrm>
            <a:off x="1244273" y="2534893"/>
            <a:ext cx="5651827" cy="378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333" b="1" dirty="0">
                <a:latin typeface="Poppins" panose="00000500000000000000" pitchFamily="2" charset="0"/>
                <a:cs typeface="Poppins" panose="00000500000000000000" pitchFamily="2" charset="0"/>
              </a:rPr>
              <a:t>05</a:t>
            </a:r>
          </a:p>
          <a:p>
            <a:r>
              <a:rPr lang="en-US" sz="5333" dirty="0">
                <a:latin typeface="Poppins" panose="00000500000000000000" pitchFamily="2" charset="0"/>
                <a:cs typeface="Poppins" panose="00000500000000000000" pitchFamily="2" charset="0"/>
              </a:rPr>
              <a:t>System Analysis</a:t>
            </a:r>
          </a:p>
          <a:p>
            <a:endParaRPr lang="en-US" sz="9333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7301135-F667-4559-B7C0-A5341ED98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976" y="7128692"/>
            <a:ext cx="9760049" cy="54894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4D93925-F344-4E5C-A687-34FF5A654618}"/>
              </a:ext>
            </a:extLst>
          </p:cNvPr>
          <p:cNvSpPr txBox="1"/>
          <p:nvPr/>
        </p:nvSpPr>
        <p:spPr>
          <a:xfrm flipH="1">
            <a:off x="11214410" y="6320353"/>
            <a:ext cx="800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hlinkClick r:id="rId5" action="ppaction://hlinkpres?slideindex=1&amp;slidetitle=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More…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1281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997CE163-DF1F-D2CD-CD84-60C942DF6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5760ACA9-2D14-4F96-94EB-855378425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117817EE-543F-47D3-BDE8-80985A708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976" y="1086879"/>
            <a:ext cx="9760049" cy="5489464"/>
          </a:xfrm>
          <a:prstGeom prst="rect">
            <a:avLst/>
          </a:prstGeom>
        </p:spPr>
      </p:pic>
      <p:sp>
        <p:nvSpPr>
          <p:cNvPr id="124" name="Rectangle 123">
            <a:extLst>
              <a:ext uri="{FF2B5EF4-FFF2-40B4-BE49-F238E27FC236}">
                <a16:creationId xmlns:a16="http://schemas.microsoft.com/office/drawing/2014/main" id="{AAA57978-18A7-4300-9E4E-679625958A5E}"/>
              </a:ext>
            </a:extLst>
          </p:cNvPr>
          <p:cNvSpPr/>
          <p:nvPr/>
        </p:nvSpPr>
        <p:spPr>
          <a:xfrm>
            <a:off x="4080868" y="313572"/>
            <a:ext cx="4030269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667" b="1" dirty="0">
                <a:solidFill>
                  <a:srgbClr val="2F2F4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Architecture Diagram</a:t>
            </a:r>
          </a:p>
        </p:txBody>
      </p:sp>
    </p:spTree>
    <p:extLst>
      <p:ext uri="{BB962C8B-B14F-4D97-AF65-F5344CB8AC3E}">
        <p14:creationId xmlns:p14="http://schemas.microsoft.com/office/powerpoint/2010/main" val="5777741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997CE163-DF1F-D2CD-CD84-60C942DF6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5760ACA9-2D14-4F96-94EB-855378425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117817EE-543F-47D3-BDE8-80985A708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545" y="1985378"/>
            <a:ext cx="17326657" cy="9745244"/>
          </a:xfrm>
          <a:prstGeom prst="rect">
            <a:avLst/>
          </a:prstGeom>
        </p:spPr>
      </p:pic>
      <p:sp>
        <p:nvSpPr>
          <p:cNvPr id="124" name="Rectangle 123">
            <a:extLst>
              <a:ext uri="{FF2B5EF4-FFF2-40B4-BE49-F238E27FC236}">
                <a16:creationId xmlns:a16="http://schemas.microsoft.com/office/drawing/2014/main" id="{AAA57978-18A7-4300-9E4E-679625958A5E}"/>
              </a:ext>
            </a:extLst>
          </p:cNvPr>
          <p:cNvSpPr/>
          <p:nvPr/>
        </p:nvSpPr>
        <p:spPr>
          <a:xfrm>
            <a:off x="4080868" y="313572"/>
            <a:ext cx="4030269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667" b="1" dirty="0">
                <a:solidFill>
                  <a:srgbClr val="2F2F4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Architecture Diagram</a:t>
            </a:r>
          </a:p>
        </p:txBody>
      </p:sp>
    </p:spTree>
    <p:extLst>
      <p:ext uri="{BB962C8B-B14F-4D97-AF65-F5344CB8AC3E}">
        <p14:creationId xmlns:p14="http://schemas.microsoft.com/office/powerpoint/2010/main" val="294622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997CE163-DF1F-D2CD-CD84-60C942DF6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5760ACA9-2D14-4F96-94EB-855378425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117817EE-543F-47D3-BDE8-80985A708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45004" y="1985378"/>
            <a:ext cx="17326657" cy="9745244"/>
          </a:xfrm>
          <a:prstGeom prst="rect">
            <a:avLst/>
          </a:prstGeom>
        </p:spPr>
      </p:pic>
      <p:sp>
        <p:nvSpPr>
          <p:cNvPr id="124" name="Rectangle 123">
            <a:extLst>
              <a:ext uri="{FF2B5EF4-FFF2-40B4-BE49-F238E27FC236}">
                <a16:creationId xmlns:a16="http://schemas.microsoft.com/office/drawing/2014/main" id="{AAA57978-18A7-4300-9E4E-679625958A5E}"/>
              </a:ext>
            </a:extLst>
          </p:cNvPr>
          <p:cNvSpPr/>
          <p:nvPr/>
        </p:nvSpPr>
        <p:spPr>
          <a:xfrm>
            <a:off x="4080868" y="313572"/>
            <a:ext cx="4030269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667" b="1" dirty="0">
                <a:solidFill>
                  <a:srgbClr val="2F2F4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Architecture Diagram</a:t>
            </a:r>
          </a:p>
        </p:txBody>
      </p:sp>
    </p:spTree>
    <p:extLst>
      <p:ext uri="{BB962C8B-B14F-4D97-AF65-F5344CB8AC3E}">
        <p14:creationId xmlns:p14="http://schemas.microsoft.com/office/powerpoint/2010/main" val="3998137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997CE163-DF1F-D2CD-CD84-60C942DF6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5760ACA9-2D14-4F96-94EB-855378425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117817EE-543F-47D3-BDE8-80985A708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817862" y="1446120"/>
            <a:ext cx="17326657" cy="974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8790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997CE163-DF1F-D2CD-CD84-60C942DF6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5760ACA9-2D14-4F96-94EB-855378425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117817EE-543F-47D3-BDE8-80985A708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489617" y="-1226739"/>
            <a:ext cx="17326657" cy="974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741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997CE163-DF1F-D2CD-CD84-60C942DF6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5760ACA9-2D14-4F96-94EB-855378425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117817EE-543F-47D3-BDE8-80985A708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18" y="-3805814"/>
            <a:ext cx="17326657" cy="974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680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997CE163-DF1F-D2CD-CD84-60C942DF6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5760ACA9-2D14-4F96-94EB-855378425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117817EE-543F-47D3-BDE8-80985A708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184807" y="-3805814"/>
            <a:ext cx="17326657" cy="974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669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997CE163-DF1F-D2CD-CD84-60C942DF6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5760ACA9-2D14-4F96-94EB-855378425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Picture 201">
            <a:extLst>
              <a:ext uri="{FF2B5EF4-FFF2-40B4-BE49-F238E27FC236}">
                <a16:creationId xmlns:a16="http://schemas.microsoft.com/office/drawing/2014/main" id="{117817EE-543F-47D3-BDE8-80985A708A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646818" y="-617141"/>
            <a:ext cx="17326657" cy="9745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407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997CE163-DF1F-D2CD-CD84-60C942DF6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5760ACA9-2D14-4F96-94EB-8553784252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1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39219C-71B9-4D37-B8D5-8D6EB44323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976" y="692985"/>
            <a:ext cx="9760049" cy="548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755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721A9460-DB46-040B-452B-55750A8CB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20338FF1-2FC2-4081-96D3-ADF229ED1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A75188-F0E2-4E8F-632F-F3F54FF003A5}"/>
              </a:ext>
            </a:extLst>
          </p:cNvPr>
          <p:cNvSpPr txBox="1"/>
          <p:nvPr/>
        </p:nvSpPr>
        <p:spPr>
          <a:xfrm>
            <a:off x="3019777" y="3008372"/>
            <a:ext cx="6152440" cy="810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67" b="1" dirty="0">
                <a:latin typeface="Poppins" panose="00000500000000000000" pitchFamily="2" charset="0"/>
                <a:cs typeface="Poppins" panose="00000500000000000000" pitchFamily="2" charset="0"/>
              </a:rPr>
              <a:t>Business Model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0B4109-D5A3-4B02-AEEE-0A611EF3E1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576" y="7041062"/>
            <a:ext cx="10707489" cy="624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389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F9751BF7-DDA3-2C3F-7062-4752E36DE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1FD33BF7-BBCA-41C9-BD3C-C63FFAA664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FDBE105-FCB0-5237-1C5A-72CF9FB32B07}"/>
              </a:ext>
            </a:extLst>
          </p:cNvPr>
          <p:cNvSpPr txBox="1"/>
          <p:nvPr/>
        </p:nvSpPr>
        <p:spPr>
          <a:xfrm>
            <a:off x="3694348" y="225251"/>
            <a:ext cx="4803299" cy="502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67" b="1" dirty="0">
                <a:solidFill>
                  <a:srgbClr val="2F2F4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Business Model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DB7A1A-154E-4222-9959-11CF0FD28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576" y="837027"/>
            <a:ext cx="10707489" cy="6243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1833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721A9460-DB46-040B-452B-55750A8CB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20338FF1-2FC2-4081-96D3-ADF229ED17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A75188-F0E2-4E8F-632F-F3F54FF003A5}"/>
              </a:ext>
            </a:extLst>
          </p:cNvPr>
          <p:cNvSpPr txBox="1"/>
          <p:nvPr/>
        </p:nvSpPr>
        <p:spPr>
          <a:xfrm>
            <a:off x="3156552" y="2664624"/>
            <a:ext cx="5878896" cy="15287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67" b="1" dirty="0">
                <a:latin typeface="Poppins" panose="00000500000000000000" pitchFamily="2" charset="0"/>
                <a:cs typeface="Poppins" panose="00000500000000000000" pitchFamily="2" charset="0"/>
              </a:rPr>
              <a:t>Deep Learning Frameworks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42BBBB-CAD6-4031-8D5F-2D2D38437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027" y="7231110"/>
            <a:ext cx="10227943" cy="575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678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7F7A11E1-7AFC-249A-C0DD-64D31DDC9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9BF345B2-DC88-40F2-B7DF-01F749410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20DEEAD-387E-4EFE-9BDD-B84D728860FC}"/>
              </a:ext>
            </a:extLst>
          </p:cNvPr>
          <p:cNvSpPr/>
          <p:nvPr/>
        </p:nvSpPr>
        <p:spPr>
          <a:xfrm>
            <a:off x="2727930" y="381305"/>
            <a:ext cx="6736139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667" b="1" dirty="0">
                <a:solidFill>
                  <a:srgbClr val="2F2F4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Skin Types Deep Learning Framework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A145FD-B3FF-4384-8022-56F59371E1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89" y="7219042"/>
            <a:ext cx="11105264" cy="423846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4B1E860-11C8-4EA2-A5F7-98E111CBB4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027" y="994426"/>
            <a:ext cx="10227943" cy="575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285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7F7A11E1-7AFC-249A-C0DD-64D31DDC9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9BF345B2-DC88-40F2-B7DF-01F749410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20DEEAD-387E-4EFE-9BDD-B84D728860FC}"/>
              </a:ext>
            </a:extLst>
          </p:cNvPr>
          <p:cNvSpPr/>
          <p:nvPr/>
        </p:nvSpPr>
        <p:spPr>
          <a:xfrm>
            <a:off x="3512618" y="381305"/>
            <a:ext cx="5166800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667" b="1" dirty="0">
                <a:latin typeface="Poppins" panose="00000500000000000000" pitchFamily="2" charset="0"/>
                <a:cs typeface="Poppins" panose="00000500000000000000" pitchFamily="2" charset="0"/>
              </a:rPr>
              <a:t>Skin Types Model Evaluation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7CD3DA-A3F9-457E-8FED-E990FD73A568}"/>
              </a:ext>
            </a:extLst>
          </p:cNvPr>
          <p:cNvSpPr/>
          <p:nvPr/>
        </p:nvSpPr>
        <p:spPr>
          <a:xfrm>
            <a:off x="2727930" y="-6759716"/>
            <a:ext cx="6736139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667" b="1" dirty="0">
                <a:solidFill>
                  <a:srgbClr val="2F2F4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Skin Types Deep Learning Framework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3A69C9-602E-44B0-80AE-3CC121F028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89" y="1662307"/>
            <a:ext cx="11105264" cy="4238469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719E882D-077D-4C01-8657-12A980BA902E}"/>
              </a:ext>
            </a:extLst>
          </p:cNvPr>
          <p:cNvSpPr/>
          <p:nvPr/>
        </p:nvSpPr>
        <p:spPr>
          <a:xfrm>
            <a:off x="1099645" y="4393579"/>
            <a:ext cx="7821332" cy="446049"/>
          </a:xfrm>
          <a:prstGeom prst="roundRect">
            <a:avLst/>
          </a:prstGeom>
          <a:noFill/>
          <a:ln w="38100">
            <a:solidFill>
              <a:srgbClr val="9933FF"/>
            </a:solidFill>
          </a:ln>
          <a:effectLst>
            <a:glow rad="50800">
              <a:srgbClr val="9933FF">
                <a:alpha val="41000"/>
              </a:srgb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237416E-0688-4706-B600-B4EE90463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027" y="-6109761"/>
            <a:ext cx="10227943" cy="5753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22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AF1A91C1-D340-A78B-FBAF-E4DAB4759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7B4B5C69-93AC-43BC-8475-06D4A1918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9" name="Google Shape;581;p21">
            <a:extLst>
              <a:ext uri="{FF2B5EF4-FFF2-40B4-BE49-F238E27FC236}">
                <a16:creationId xmlns:a16="http://schemas.microsoft.com/office/drawing/2014/main" id="{900AD086-F159-C851-D706-4D5BB807784B}"/>
              </a:ext>
            </a:extLst>
          </p:cNvPr>
          <p:cNvSpPr txBox="1"/>
          <p:nvPr/>
        </p:nvSpPr>
        <p:spPr>
          <a:xfrm>
            <a:off x="2748077" y="462248"/>
            <a:ext cx="6695847" cy="83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-US" sz="2667" b="1" dirty="0">
                <a:latin typeface="Poppins" panose="00000500000000000000" pitchFamily="2" charset="0"/>
                <a:cs typeface="Poppins" panose="00000500000000000000" pitchFamily="2" charset="0"/>
                <a:sym typeface="Fira Sans Extra Condensed Medium"/>
              </a:rPr>
              <a:t>Skin Types and Acne Vulgaris</a:t>
            </a:r>
            <a:endParaRPr sz="2667" b="1" dirty="0">
              <a:latin typeface="Poppins" panose="00000500000000000000" pitchFamily="2" charset="0"/>
              <a:cs typeface="Poppins" panose="00000500000000000000" pitchFamily="2" charset="0"/>
              <a:sym typeface="Fira Sans Extra Condensed Medium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75A1281-30C2-4283-B6B4-33E366631E8D}"/>
              </a:ext>
            </a:extLst>
          </p:cNvPr>
          <p:cNvGrpSpPr/>
          <p:nvPr/>
        </p:nvGrpSpPr>
        <p:grpSpPr>
          <a:xfrm>
            <a:off x="3222817" y="1663387"/>
            <a:ext cx="1727931" cy="2134708"/>
            <a:chOff x="5122197" y="1663387"/>
            <a:chExt cx="1727931" cy="2134708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A9118C5-BC57-40A1-BA46-A5062C8470B0}"/>
                </a:ext>
              </a:extLst>
            </p:cNvPr>
            <p:cNvGrpSpPr/>
            <p:nvPr/>
          </p:nvGrpSpPr>
          <p:grpSpPr>
            <a:xfrm>
              <a:off x="5122197" y="1663387"/>
              <a:ext cx="1727931" cy="1797048"/>
              <a:chOff x="4767395" y="2913888"/>
              <a:chExt cx="1295948" cy="1347786"/>
            </a:xfrm>
          </p:grpSpPr>
          <p:pic>
            <p:nvPicPr>
              <p:cNvPr id="14" name="Graphic 13">
                <a:extLst>
                  <a:ext uri="{FF2B5EF4-FFF2-40B4-BE49-F238E27FC236}">
                    <a16:creationId xmlns:a16="http://schemas.microsoft.com/office/drawing/2014/main" id="{AE88E004-0A6E-49E2-A586-43D28E5EAB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4767395" y="2913888"/>
                <a:ext cx="1295948" cy="1347786"/>
              </a:xfrm>
              <a:prstGeom prst="rect">
                <a:avLst/>
              </a:prstGeom>
            </p:spPr>
          </p:pic>
          <p:pic>
            <p:nvPicPr>
              <p:cNvPr id="15" name="Graphic 14">
                <a:extLst>
                  <a:ext uri="{FF2B5EF4-FFF2-40B4-BE49-F238E27FC236}">
                    <a16:creationId xmlns:a16="http://schemas.microsoft.com/office/drawing/2014/main" id="{6C4243AC-BD81-4370-BFFB-F7890A5513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5110162" y="3598105"/>
                <a:ext cx="171450" cy="171450"/>
              </a:xfrm>
              <a:prstGeom prst="rect">
                <a:avLst/>
              </a:prstGeom>
            </p:spPr>
          </p:pic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E44200D2-58DD-45D7-81D0-1B9E7B6869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 flipH="1">
                <a:off x="5548803" y="3598105"/>
                <a:ext cx="171450" cy="171450"/>
              </a:xfrm>
              <a:prstGeom prst="rect">
                <a:avLst/>
              </a:prstGeom>
            </p:spPr>
          </p:pic>
          <p:pic>
            <p:nvPicPr>
              <p:cNvPr id="17" name="Graphic 16">
                <a:extLst>
                  <a:ext uri="{FF2B5EF4-FFF2-40B4-BE49-F238E27FC236}">
                    <a16:creationId xmlns:a16="http://schemas.microsoft.com/office/drawing/2014/main" id="{4F976AE0-6A22-45CE-B79A-B5306AC2C0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5308771" y="3821430"/>
                <a:ext cx="219075" cy="133350"/>
              </a:xfrm>
              <a:prstGeom prst="rect">
                <a:avLst/>
              </a:prstGeom>
            </p:spPr>
          </p:pic>
          <p:pic>
            <p:nvPicPr>
              <p:cNvPr id="18" name="Graphic 17">
                <a:extLst>
                  <a:ext uri="{FF2B5EF4-FFF2-40B4-BE49-F238E27FC236}">
                    <a16:creationId xmlns:a16="http://schemas.microsoft.com/office/drawing/2014/main" id="{676462EE-9FE5-47BD-9DA3-8795BEFC73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4977219" y="2975449"/>
                <a:ext cx="876300" cy="676275"/>
              </a:xfrm>
              <a:prstGeom prst="rect">
                <a:avLst/>
              </a:prstGeom>
            </p:spPr>
          </p:pic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E0D6BF0A-C3E9-4A22-A74E-DFCE96570AAC}"/>
                </a:ext>
              </a:extLst>
            </p:cNvPr>
            <p:cNvSpPr txBox="1"/>
            <p:nvPr/>
          </p:nvSpPr>
          <p:spPr>
            <a:xfrm>
              <a:off x="5662996" y="3428763"/>
              <a:ext cx="6463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9966FF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Oily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2149198E-D088-48A6-8A59-D4FBB197B463}"/>
              </a:ext>
            </a:extLst>
          </p:cNvPr>
          <p:cNvGrpSpPr/>
          <p:nvPr/>
        </p:nvGrpSpPr>
        <p:grpSpPr>
          <a:xfrm>
            <a:off x="7258571" y="1672393"/>
            <a:ext cx="1710613" cy="2125702"/>
            <a:chOff x="7887951" y="1672393"/>
            <a:chExt cx="1710613" cy="2125702"/>
          </a:xfrm>
        </p:grpSpPr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07BEB03B-CCEB-4365-95AE-1BFFDA3BEBDF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7887951" y="1672393"/>
              <a:ext cx="1710613" cy="1779037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8DB7613-5398-41C1-ACEA-B6C16DF20DC3}"/>
                </a:ext>
              </a:extLst>
            </p:cNvPr>
            <p:cNvSpPr txBox="1"/>
            <p:nvPr/>
          </p:nvSpPr>
          <p:spPr>
            <a:xfrm>
              <a:off x="8444136" y="3428763"/>
              <a:ext cx="5982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9966FF"/>
                  </a:solidFill>
                  <a:latin typeface="Poppins" panose="00000500000000000000" pitchFamily="2" charset="0"/>
                  <a:cs typeface="Poppins" panose="00000500000000000000" pitchFamily="2" charset="0"/>
                </a:rPr>
                <a:t>Dry</a:t>
              </a:r>
            </a:p>
          </p:txBody>
        </p:sp>
      </p:grpSp>
      <p:graphicFrame>
        <p:nvGraphicFramePr>
          <p:cNvPr id="31" name="Chart 30">
            <a:extLst>
              <a:ext uri="{FF2B5EF4-FFF2-40B4-BE49-F238E27FC236}">
                <a16:creationId xmlns:a16="http://schemas.microsoft.com/office/drawing/2014/main" id="{BBCAB3CD-6626-41A3-A2AC-514C2402C9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1447139"/>
              </p:ext>
            </p:extLst>
          </p:nvPr>
        </p:nvGraphicFramePr>
        <p:xfrm>
          <a:off x="2402762" y="3823126"/>
          <a:ext cx="3368040" cy="2245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graphicFrame>
        <p:nvGraphicFramePr>
          <p:cNvPr id="32" name="Chart 31">
            <a:extLst>
              <a:ext uri="{FF2B5EF4-FFF2-40B4-BE49-F238E27FC236}">
                <a16:creationId xmlns:a16="http://schemas.microsoft.com/office/drawing/2014/main" id="{D509DAA5-5651-4A84-A902-DFB008923B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1310766"/>
              </p:ext>
            </p:extLst>
          </p:nvPr>
        </p:nvGraphicFramePr>
        <p:xfrm>
          <a:off x="6429857" y="3823126"/>
          <a:ext cx="3368040" cy="2245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98F87E09-ED95-4DA3-B588-1DAA9C6DA2CC}"/>
              </a:ext>
            </a:extLst>
          </p:cNvPr>
          <p:cNvSpPr txBox="1"/>
          <p:nvPr/>
        </p:nvSpPr>
        <p:spPr>
          <a:xfrm>
            <a:off x="5013087" y="5194942"/>
            <a:ext cx="104227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>
                <a:latin typeface="Poppins" panose="00000500000000000000" pitchFamily="2" charset="0"/>
                <a:cs typeface="Poppins" panose="00000500000000000000" pitchFamily="2" charset="0"/>
              </a:rPr>
              <a:t>Negative</a:t>
            </a:r>
          </a:p>
          <a:p>
            <a:pPr algn="ctr"/>
            <a:r>
              <a:rPr lang="en-US" sz="1500" dirty="0">
                <a:latin typeface="Poppins" panose="00000500000000000000" pitchFamily="2" charset="0"/>
                <a:cs typeface="Poppins" panose="00000500000000000000" pitchFamily="2" charset="0"/>
              </a:rPr>
              <a:t>11.8%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56172BC-F950-4490-BA76-AEF508F04ACD}"/>
              </a:ext>
            </a:extLst>
          </p:cNvPr>
          <p:cNvSpPr txBox="1"/>
          <p:nvPr/>
        </p:nvSpPr>
        <p:spPr>
          <a:xfrm>
            <a:off x="9069161" y="4991742"/>
            <a:ext cx="104227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Poppins" panose="00000500000000000000" pitchFamily="2" charset="0"/>
                <a:cs typeface="Poppins" panose="00000500000000000000" pitchFamily="2" charset="0"/>
              </a:rPr>
              <a:t>Negative</a:t>
            </a:r>
          </a:p>
          <a:p>
            <a:pPr algn="ctr"/>
            <a:r>
              <a:rPr lang="en-US" sz="1500" dirty="0">
                <a:latin typeface="Poppins" panose="00000500000000000000" pitchFamily="2" charset="0"/>
                <a:cs typeface="Poppins" panose="00000500000000000000" pitchFamily="2" charset="0"/>
              </a:rPr>
              <a:t>9.7%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CA5888-2436-4F66-9934-769B8851BDFA}"/>
              </a:ext>
            </a:extLst>
          </p:cNvPr>
          <p:cNvSpPr txBox="1"/>
          <p:nvPr/>
        </p:nvSpPr>
        <p:spPr>
          <a:xfrm>
            <a:off x="8604725" y="5790672"/>
            <a:ext cx="91242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500" dirty="0">
                <a:latin typeface="Poppins" panose="00000500000000000000" pitchFamily="2" charset="0"/>
                <a:cs typeface="Poppins" panose="00000500000000000000" pitchFamily="2" charset="0"/>
              </a:rPr>
              <a:t>Positive</a:t>
            </a:r>
          </a:p>
          <a:p>
            <a:pPr algn="ctr"/>
            <a:r>
              <a:rPr lang="en-US" sz="1500" dirty="0">
                <a:latin typeface="Poppins" panose="00000500000000000000" pitchFamily="2" charset="0"/>
                <a:cs typeface="Poppins" panose="00000500000000000000" pitchFamily="2" charset="0"/>
              </a:rPr>
              <a:t>10.8%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D7CA37-02FF-4A9C-817A-AAE37064B429}"/>
              </a:ext>
            </a:extLst>
          </p:cNvPr>
          <p:cNvSpPr txBox="1"/>
          <p:nvPr/>
        </p:nvSpPr>
        <p:spPr>
          <a:xfrm>
            <a:off x="2094795" y="4982664"/>
            <a:ext cx="91242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latin typeface="Poppins" panose="00000500000000000000" pitchFamily="2" charset="0"/>
                <a:cs typeface="Poppins" panose="00000500000000000000" pitchFamily="2" charset="0"/>
              </a:rPr>
              <a:t>Positive</a:t>
            </a:r>
          </a:p>
          <a:p>
            <a:pPr algn="ctr"/>
            <a:r>
              <a:rPr lang="en-US" sz="1500" dirty="0">
                <a:latin typeface="Poppins" panose="00000500000000000000" pitchFamily="2" charset="0"/>
                <a:cs typeface="Poppins" panose="00000500000000000000" pitchFamily="2" charset="0"/>
              </a:rPr>
              <a:t>67.7%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17738E-BC7A-4955-B1AB-75E62D862BB1}"/>
              </a:ext>
            </a:extLst>
          </p:cNvPr>
          <p:cNvSpPr txBox="1"/>
          <p:nvPr/>
        </p:nvSpPr>
        <p:spPr>
          <a:xfrm>
            <a:off x="3750029" y="6344670"/>
            <a:ext cx="46919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9933FF"/>
                </a:solidFill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https://talenta.usu.ac.id/smj/article/view/3279</a:t>
            </a:r>
            <a:endParaRPr lang="en-US" sz="1400" dirty="0">
              <a:solidFill>
                <a:srgbClr val="9933FF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00DD26C-CCF7-4939-887A-D5AF372F296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89" y="-4382111"/>
            <a:ext cx="11105264" cy="423846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B11E20DB-D0A5-4295-A8D6-A3A6D44DB10F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644" y="7120749"/>
            <a:ext cx="9992711" cy="562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0884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500"/>
                                        <p:tgtEl>
                                          <p:spTgt spid="31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500"/>
                                        <p:tgtEl>
                                          <p:spTgt spid="31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7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4" dur="500"/>
                                        <p:tgtEl>
                                          <p:spTgt spid="32">
                                            <p:graphicEl>
                                              <a:chart seriesIdx="-3" categoryIdx="-3" bldStep="gridLegend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500"/>
                                        <p:tgtEl>
                                          <p:spTgt spid="32">
                                            <p:graphicEl>
                                              <a:chart seriesIdx="0" categoryIdx="-4" bldStep="series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4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/>
      <p:bldGraphic spid="31" grpId="0">
        <p:bldSub>
          <a:bldChart bld="series"/>
        </p:bldSub>
      </p:bldGraphic>
      <p:bldGraphic spid="32" grpId="0">
        <p:bldSub>
          <a:bldChart bld="series"/>
        </p:bldSub>
      </p:bldGraphic>
      <p:bldP spid="27" grpId="0"/>
      <p:bldP spid="34" grpId="0"/>
      <p:bldP spid="35" grpId="0"/>
      <p:bldP spid="36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1EA88CF2-1F7E-BFAD-8F80-2FAF65F1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029CABFA-FEAB-45B6-9E08-006B7C957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2B8B46D-F4C5-4316-9593-CEF69BF5C1F7}"/>
              </a:ext>
            </a:extLst>
          </p:cNvPr>
          <p:cNvSpPr/>
          <p:nvPr/>
        </p:nvSpPr>
        <p:spPr>
          <a:xfrm>
            <a:off x="2457038" y="381305"/>
            <a:ext cx="7277954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667" b="1" dirty="0">
                <a:solidFill>
                  <a:srgbClr val="2F2F4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Acne Severity Deep Learning Framework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089B0A-B0BC-4EAD-9A9D-CBC6852548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03" y="7320294"/>
            <a:ext cx="11255636" cy="428263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03B4BB5-B5A1-4CB4-88BB-AF54B5ADA1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788" y="971818"/>
            <a:ext cx="10138424" cy="570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2178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1EA88CF2-1F7E-BFAD-8F80-2FAF65F18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029CABFA-FEAB-45B6-9E08-006B7C9573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2B8B46D-F4C5-4316-9593-CEF69BF5C1F7}"/>
              </a:ext>
            </a:extLst>
          </p:cNvPr>
          <p:cNvSpPr/>
          <p:nvPr/>
        </p:nvSpPr>
        <p:spPr>
          <a:xfrm>
            <a:off x="3241713" y="381305"/>
            <a:ext cx="5708615" cy="5027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667" b="1" dirty="0">
                <a:solidFill>
                  <a:srgbClr val="2F2F4B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Acne Severity Model Evaluation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5F80FE-43E6-48CF-932F-8823F370A2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03" y="1729719"/>
            <a:ext cx="11255636" cy="4282633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23FCB1B-5854-4D9E-88BC-89115E6304EB}"/>
              </a:ext>
            </a:extLst>
          </p:cNvPr>
          <p:cNvSpPr/>
          <p:nvPr/>
        </p:nvSpPr>
        <p:spPr>
          <a:xfrm>
            <a:off x="1163653" y="4704475"/>
            <a:ext cx="7821332" cy="446049"/>
          </a:xfrm>
          <a:prstGeom prst="roundRect">
            <a:avLst/>
          </a:prstGeom>
          <a:noFill/>
          <a:ln w="38100">
            <a:solidFill>
              <a:srgbClr val="9933FF"/>
            </a:solidFill>
          </a:ln>
          <a:effectLst>
            <a:glow rad="50800">
              <a:srgbClr val="9933FF">
                <a:alpha val="41000"/>
              </a:srgbClr>
            </a:glo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7B4FDC-01B4-4ECD-89A2-441085E624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6788" y="-6155818"/>
            <a:ext cx="10138424" cy="570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8278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6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D79C61F-0E9D-B426-F07E-67C71CF5A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C26720F-0A21-4043-858D-091E96693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C3F70E-AEF0-43D8-BA64-5ABB3B34F9FC}"/>
              </a:ext>
            </a:extLst>
          </p:cNvPr>
          <p:cNvSpPr txBox="1"/>
          <p:nvPr/>
        </p:nvSpPr>
        <p:spPr>
          <a:xfrm>
            <a:off x="1244273" y="2534893"/>
            <a:ext cx="8503576" cy="46061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333" b="1" dirty="0">
                <a:latin typeface="Poppins" panose="00000500000000000000" pitchFamily="2" charset="0"/>
                <a:cs typeface="Poppins" panose="00000500000000000000" pitchFamily="2" charset="0"/>
              </a:rPr>
              <a:t>06</a:t>
            </a:r>
          </a:p>
          <a:p>
            <a:r>
              <a:rPr lang="en-US" sz="5333" dirty="0">
                <a:latin typeface="Poppins" panose="00000500000000000000" pitchFamily="2" charset="0"/>
                <a:cs typeface="Poppins" panose="00000500000000000000" pitchFamily="2" charset="0"/>
              </a:rPr>
              <a:t>Design &amp; Implementation</a:t>
            </a:r>
          </a:p>
          <a:p>
            <a:endParaRPr lang="en-US" sz="9333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158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8F9E4B60-7048-D06F-5AC6-F2617F40E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59DBAD6F-C127-4132-9486-0992DDB7A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8" name="TextBox 217">
            <a:extLst>
              <a:ext uri="{FF2B5EF4-FFF2-40B4-BE49-F238E27FC236}">
                <a16:creationId xmlns:a16="http://schemas.microsoft.com/office/drawing/2014/main" id="{EEE94E06-B30C-47A1-A0B9-E5658BD2D9AD}"/>
              </a:ext>
            </a:extLst>
          </p:cNvPr>
          <p:cNvSpPr txBox="1"/>
          <p:nvPr/>
        </p:nvSpPr>
        <p:spPr>
          <a:xfrm>
            <a:off x="3197914" y="3075057"/>
            <a:ext cx="57961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Poppins" panose="00000500000000000000" pitchFamily="2" charset="0"/>
                <a:cs typeface="Poppins" panose="00000500000000000000" pitchFamily="2" charset="0"/>
              </a:rPr>
              <a:t>UI/UX</a:t>
            </a:r>
          </a:p>
        </p:txBody>
      </p:sp>
      <p:grpSp>
        <p:nvGrpSpPr>
          <p:cNvPr id="252" name="Group 251">
            <a:extLst>
              <a:ext uri="{FF2B5EF4-FFF2-40B4-BE49-F238E27FC236}">
                <a16:creationId xmlns:a16="http://schemas.microsoft.com/office/drawing/2014/main" id="{4E84C3B3-00ED-4238-8A42-513DDCDFEF65}"/>
              </a:ext>
            </a:extLst>
          </p:cNvPr>
          <p:cNvGrpSpPr/>
          <p:nvPr/>
        </p:nvGrpSpPr>
        <p:grpSpPr>
          <a:xfrm>
            <a:off x="12335147" y="-2589978"/>
            <a:ext cx="9229158" cy="5944824"/>
            <a:chOff x="2191535" y="244961"/>
            <a:chExt cx="11413256" cy="7351678"/>
          </a:xfrm>
        </p:grpSpPr>
        <p:pic>
          <p:nvPicPr>
            <p:cNvPr id="253" name="Picture 252">
              <a:extLst>
                <a:ext uri="{FF2B5EF4-FFF2-40B4-BE49-F238E27FC236}">
                  <a16:creationId xmlns:a16="http://schemas.microsoft.com/office/drawing/2014/main" id="{F0F32897-DECF-4C3B-BFFC-CD4A43E849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8378" y="1229523"/>
              <a:ext cx="1916225" cy="4258277"/>
            </a:xfrm>
            <a:prstGeom prst="rect">
              <a:avLst/>
            </a:prstGeom>
            <a:scene3d>
              <a:camera prst="isometricTopUp"/>
              <a:lightRig rig="threePt" dir="t"/>
            </a:scene3d>
          </p:spPr>
        </p:pic>
        <p:pic>
          <p:nvPicPr>
            <p:cNvPr id="254" name="Picture 253">
              <a:extLst>
                <a:ext uri="{FF2B5EF4-FFF2-40B4-BE49-F238E27FC236}">
                  <a16:creationId xmlns:a16="http://schemas.microsoft.com/office/drawing/2014/main" id="{FB9DE32E-DAFC-41DF-A8B0-BB96DB7FA2B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96944" y="244961"/>
              <a:ext cx="2107847" cy="4684105"/>
            </a:xfrm>
            <a:prstGeom prst="rect">
              <a:avLst/>
            </a:prstGeom>
            <a:scene3d>
              <a:camera prst="isometricTopUp"/>
              <a:lightRig rig="threePt" dir="t"/>
            </a:scene3d>
          </p:spPr>
        </p:pic>
        <p:grpSp>
          <p:nvGrpSpPr>
            <p:cNvPr id="255" name="Group 254">
              <a:extLst>
                <a:ext uri="{FF2B5EF4-FFF2-40B4-BE49-F238E27FC236}">
                  <a16:creationId xmlns:a16="http://schemas.microsoft.com/office/drawing/2014/main" id="{AC119158-EE81-4AE2-BD6A-B73643813BB6}"/>
                </a:ext>
              </a:extLst>
            </p:cNvPr>
            <p:cNvGrpSpPr/>
            <p:nvPr/>
          </p:nvGrpSpPr>
          <p:grpSpPr>
            <a:xfrm>
              <a:off x="2191535" y="3700727"/>
              <a:ext cx="9231561" cy="3895912"/>
              <a:chOff x="10883628" y="-635719"/>
              <a:chExt cx="9231561" cy="3895912"/>
            </a:xfrm>
            <a:scene3d>
              <a:camera prst="isometricTopUp"/>
              <a:lightRig rig="threePt" dir="t"/>
            </a:scene3d>
          </p:grpSpPr>
          <p:pic>
            <p:nvPicPr>
              <p:cNvPr id="256" name="Picture 255">
                <a:extLst>
                  <a:ext uri="{FF2B5EF4-FFF2-40B4-BE49-F238E27FC236}">
                    <a16:creationId xmlns:a16="http://schemas.microsoft.com/office/drawing/2014/main" id="{115A6097-1DEC-4067-B248-7F0B6DB7B7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883628" y="-635719"/>
                <a:ext cx="1742023" cy="3871161"/>
              </a:xfrm>
              <a:prstGeom prst="rect">
                <a:avLst/>
              </a:prstGeom>
            </p:spPr>
          </p:pic>
          <p:grpSp>
            <p:nvGrpSpPr>
              <p:cNvPr id="257" name="Group 256">
                <a:extLst>
                  <a:ext uri="{FF2B5EF4-FFF2-40B4-BE49-F238E27FC236}">
                    <a16:creationId xmlns:a16="http://schemas.microsoft.com/office/drawing/2014/main" id="{1AD3D371-C3A9-46E6-90D5-8D065EC74C41}"/>
                  </a:ext>
                </a:extLst>
              </p:cNvPr>
              <p:cNvGrpSpPr/>
              <p:nvPr/>
            </p:nvGrpSpPr>
            <p:grpSpPr>
              <a:xfrm>
                <a:off x="12778872" y="-629531"/>
                <a:ext cx="7336317" cy="3889724"/>
                <a:chOff x="-492384" y="803756"/>
                <a:chExt cx="7336317" cy="3889724"/>
              </a:xfrm>
            </p:grpSpPr>
            <p:pic>
              <p:nvPicPr>
                <p:cNvPr id="258" name="Picture 257">
                  <a:extLst>
                    <a:ext uri="{FF2B5EF4-FFF2-40B4-BE49-F238E27FC236}">
                      <a16:creationId xmlns:a16="http://schemas.microsoft.com/office/drawing/2014/main" id="{4DCA8D21-2B53-4118-B18C-2C6485B820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221906" y="816132"/>
                  <a:ext cx="1742023" cy="3871161"/>
                </a:xfrm>
                <a:prstGeom prst="rect">
                  <a:avLst/>
                </a:prstGeom>
              </p:spPr>
            </p:pic>
            <p:pic>
              <p:nvPicPr>
                <p:cNvPr id="259" name="Picture 258">
                  <a:extLst>
                    <a:ext uri="{FF2B5EF4-FFF2-40B4-BE49-F238E27FC236}">
                      <a16:creationId xmlns:a16="http://schemas.microsoft.com/office/drawing/2014/main" id="{444A429D-6060-4E27-800D-93AC8D59CC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492384" y="803756"/>
                  <a:ext cx="1742023" cy="3871161"/>
                </a:xfrm>
                <a:prstGeom prst="rect">
                  <a:avLst/>
                </a:prstGeom>
              </p:spPr>
            </p:pic>
            <p:pic>
              <p:nvPicPr>
                <p:cNvPr id="260" name="Picture 259">
                  <a:extLst>
                    <a:ext uri="{FF2B5EF4-FFF2-40B4-BE49-F238E27FC236}">
                      <a16:creationId xmlns:a16="http://schemas.microsoft.com/office/drawing/2014/main" id="{844696D6-A221-4D48-B7CB-64E62E79C1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01910" y="822319"/>
                  <a:ext cx="1742023" cy="3871161"/>
                </a:xfrm>
                <a:prstGeom prst="rect">
                  <a:avLst/>
                </a:prstGeom>
              </p:spPr>
            </p:pic>
            <p:pic>
              <p:nvPicPr>
                <p:cNvPr id="261" name="Picture 260">
                  <a:extLst>
                    <a:ext uri="{FF2B5EF4-FFF2-40B4-BE49-F238E27FC236}">
                      <a16:creationId xmlns:a16="http://schemas.microsoft.com/office/drawing/2014/main" id="{0ACD62B1-29B7-4BD5-993C-2BDCA151C7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02861" y="809944"/>
                  <a:ext cx="1742023" cy="3871161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62" name="Group 261">
            <a:extLst>
              <a:ext uri="{FF2B5EF4-FFF2-40B4-BE49-F238E27FC236}">
                <a16:creationId xmlns:a16="http://schemas.microsoft.com/office/drawing/2014/main" id="{6E06426E-74B6-4F82-A0BE-15FD15B7BBCE}"/>
              </a:ext>
            </a:extLst>
          </p:cNvPr>
          <p:cNvGrpSpPr/>
          <p:nvPr/>
        </p:nvGrpSpPr>
        <p:grpSpPr>
          <a:xfrm>
            <a:off x="4836178" y="7770382"/>
            <a:ext cx="7329435" cy="3098583"/>
            <a:chOff x="384559" y="1382043"/>
            <a:chExt cx="9156904" cy="3871161"/>
          </a:xfrm>
          <a:scene3d>
            <a:camera prst="isometricTopUp"/>
            <a:lightRig rig="threePt" dir="t"/>
          </a:scene3d>
        </p:grpSpPr>
        <p:pic>
          <p:nvPicPr>
            <p:cNvPr id="263" name="Picture 262">
              <a:extLst>
                <a:ext uri="{FF2B5EF4-FFF2-40B4-BE49-F238E27FC236}">
                  <a16:creationId xmlns:a16="http://schemas.microsoft.com/office/drawing/2014/main" id="{3ADCD79E-589D-4FFF-84AE-874433A103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5719" y="1382043"/>
              <a:ext cx="1742023" cy="3871161"/>
            </a:xfrm>
            <a:prstGeom prst="rect">
              <a:avLst/>
            </a:prstGeom>
          </p:spPr>
        </p:pic>
        <p:pic>
          <p:nvPicPr>
            <p:cNvPr id="264" name="Picture 263">
              <a:extLst>
                <a:ext uri="{FF2B5EF4-FFF2-40B4-BE49-F238E27FC236}">
                  <a16:creationId xmlns:a16="http://schemas.microsoft.com/office/drawing/2014/main" id="{F4396480-1D60-4B83-A2A5-933B11D4D7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99440" y="1382043"/>
              <a:ext cx="1742023" cy="3871161"/>
            </a:xfrm>
            <a:prstGeom prst="rect">
              <a:avLst/>
            </a:prstGeom>
          </p:spPr>
        </p:pic>
        <p:pic>
          <p:nvPicPr>
            <p:cNvPr id="265" name="Picture 264">
              <a:extLst>
                <a:ext uri="{FF2B5EF4-FFF2-40B4-BE49-F238E27FC236}">
                  <a16:creationId xmlns:a16="http://schemas.microsoft.com/office/drawing/2014/main" id="{F2B4A469-FF90-4603-B083-53CE7945F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38279" y="1382043"/>
              <a:ext cx="1742023" cy="3871161"/>
            </a:xfrm>
            <a:prstGeom prst="rect">
              <a:avLst/>
            </a:prstGeom>
          </p:spPr>
        </p:pic>
        <p:pic>
          <p:nvPicPr>
            <p:cNvPr id="266" name="Picture 265">
              <a:extLst>
                <a:ext uri="{FF2B5EF4-FFF2-40B4-BE49-F238E27FC236}">
                  <a16:creationId xmlns:a16="http://schemas.microsoft.com/office/drawing/2014/main" id="{18E5BBA9-101D-43FE-BB7E-6F67FCC17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559" y="1382043"/>
              <a:ext cx="1742023" cy="3871161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267" name="Picture 266">
              <a:extLst>
                <a:ext uri="{FF2B5EF4-FFF2-40B4-BE49-F238E27FC236}">
                  <a16:creationId xmlns:a16="http://schemas.microsoft.com/office/drawing/2014/main" id="{F834633E-9A00-472D-B3B0-88014E6FE2A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1999" y="1382043"/>
              <a:ext cx="1742023" cy="3871161"/>
            </a:xfrm>
            <a:prstGeom prst="rect">
              <a:avLst/>
            </a:prstGeom>
          </p:spPr>
        </p:pic>
      </p:grpSp>
      <p:grpSp>
        <p:nvGrpSpPr>
          <p:cNvPr id="268" name="Group 267">
            <a:extLst>
              <a:ext uri="{FF2B5EF4-FFF2-40B4-BE49-F238E27FC236}">
                <a16:creationId xmlns:a16="http://schemas.microsoft.com/office/drawing/2014/main" id="{70C131F9-AFA7-4539-BAC7-503167E263A0}"/>
              </a:ext>
            </a:extLst>
          </p:cNvPr>
          <p:cNvGrpSpPr/>
          <p:nvPr/>
        </p:nvGrpSpPr>
        <p:grpSpPr>
          <a:xfrm>
            <a:off x="-11683954" y="2864777"/>
            <a:ext cx="10602139" cy="6466956"/>
            <a:chOff x="-2680390" y="-2341424"/>
            <a:chExt cx="12036838" cy="7342075"/>
          </a:xfrm>
        </p:grpSpPr>
        <p:grpSp>
          <p:nvGrpSpPr>
            <p:cNvPr id="269" name="Group 268">
              <a:extLst>
                <a:ext uri="{FF2B5EF4-FFF2-40B4-BE49-F238E27FC236}">
                  <a16:creationId xmlns:a16="http://schemas.microsoft.com/office/drawing/2014/main" id="{592F46CB-1DD7-4970-8E06-E03AFB5EE91D}"/>
                </a:ext>
              </a:extLst>
            </p:cNvPr>
            <p:cNvGrpSpPr/>
            <p:nvPr/>
          </p:nvGrpSpPr>
          <p:grpSpPr>
            <a:xfrm>
              <a:off x="-2680390" y="-1534743"/>
              <a:ext cx="10929338" cy="6535394"/>
              <a:chOff x="-2680390" y="-1534743"/>
              <a:chExt cx="10929338" cy="6535394"/>
            </a:xfrm>
          </p:grpSpPr>
          <p:grpSp>
            <p:nvGrpSpPr>
              <p:cNvPr id="271" name="Group 270">
                <a:extLst>
                  <a:ext uri="{FF2B5EF4-FFF2-40B4-BE49-F238E27FC236}">
                    <a16:creationId xmlns:a16="http://schemas.microsoft.com/office/drawing/2014/main" id="{DC0D53E7-CC65-481F-AFA8-036B1A8A2CDD}"/>
                  </a:ext>
                </a:extLst>
              </p:cNvPr>
              <p:cNvGrpSpPr/>
              <p:nvPr/>
            </p:nvGrpSpPr>
            <p:grpSpPr>
              <a:xfrm>
                <a:off x="-2680390" y="1129490"/>
                <a:ext cx="10929338" cy="3871161"/>
                <a:chOff x="877475" y="1027739"/>
                <a:chExt cx="10929338" cy="3871161"/>
              </a:xfrm>
              <a:scene3d>
                <a:camera prst="isometricTopUp"/>
                <a:lightRig rig="threePt" dir="t"/>
              </a:scene3d>
            </p:grpSpPr>
            <p:pic>
              <p:nvPicPr>
                <p:cNvPr id="273" name="Picture 272">
                  <a:extLst>
                    <a:ext uri="{FF2B5EF4-FFF2-40B4-BE49-F238E27FC236}">
                      <a16:creationId xmlns:a16="http://schemas.microsoft.com/office/drawing/2014/main" id="{5B45D03C-8C60-4DF0-9C72-2461B6CF8C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89864" y="1027739"/>
                  <a:ext cx="1742023" cy="3871161"/>
                </a:xfrm>
                <a:prstGeom prst="rect">
                  <a:avLst/>
                </a:prstGeom>
              </p:spPr>
            </p:pic>
            <p:pic>
              <p:nvPicPr>
                <p:cNvPr id="274" name="Picture 273">
                  <a:extLst>
                    <a:ext uri="{FF2B5EF4-FFF2-40B4-BE49-F238E27FC236}">
                      <a16:creationId xmlns:a16="http://schemas.microsoft.com/office/drawing/2014/main" id="{7065B8AD-5A00-4190-81D0-B5FA8D36A61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7327" y="1027739"/>
                  <a:ext cx="1742023" cy="3871161"/>
                </a:xfrm>
                <a:prstGeom prst="rect">
                  <a:avLst/>
                </a:prstGeom>
              </p:spPr>
            </p:pic>
            <p:pic>
              <p:nvPicPr>
                <p:cNvPr id="275" name="Picture 274">
                  <a:extLst>
                    <a:ext uri="{FF2B5EF4-FFF2-40B4-BE49-F238E27FC236}">
                      <a16:creationId xmlns:a16="http://schemas.microsoft.com/office/drawing/2014/main" id="{A9FA4335-6EA0-4670-AD13-96299065A9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7475" y="1027739"/>
                  <a:ext cx="1742023" cy="3871161"/>
                </a:xfrm>
                <a:prstGeom prst="rect">
                  <a:avLst/>
                </a:prstGeom>
              </p:spPr>
            </p:pic>
            <p:pic>
              <p:nvPicPr>
                <p:cNvPr id="276" name="Picture 275">
                  <a:extLst>
                    <a:ext uri="{FF2B5EF4-FFF2-40B4-BE49-F238E27FC236}">
                      <a16:creationId xmlns:a16="http://schemas.microsoft.com/office/drawing/2014/main" id="{FAE6A193-CDDB-4B4A-AF9C-FB06AF12BD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64790" y="1027739"/>
                  <a:ext cx="1742023" cy="3871161"/>
                </a:xfrm>
                <a:prstGeom prst="rect">
                  <a:avLst/>
                </a:prstGeom>
              </p:spPr>
            </p:pic>
            <p:pic>
              <p:nvPicPr>
                <p:cNvPr id="277" name="Picture 276">
                  <a:extLst>
                    <a:ext uri="{FF2B5EF4-FFF2-40B4-BE49-F238E27FC236}">
                      <a16:creationId xmlns:a16="http://schemas.microsoft.com/office/drawing/2014/main" id="{FCE8137A-0F4B-454B-A342-C117C16FCE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14938" y="1027739"/>
                  <a:ext cx="1742023" cy="3871161"/>
                </a:xfrm>
                <a:prstGeom prst="rect">
                  <a:avLst/>
                </a:prstGeom>
              </p:spPr>
            </p:pic>
            <p:pic>
              <p:nvPicPr>
                <p:cNvPr id="278" name="Picture 277">
                  <a:extLst>
                    <a:ext uri="{FF2B5EF4-FFF2-40B4-BE49-F238E27FC236}">
                      <a16:creationId xmlns:a16="http://schemas.microsoft.com/office/drawing/2014/main" id="{C16B713E-DCFA-40B3-82B0-4E383F5A71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52401" y="1027739"/>
                  <a:ext cx="1742023" cy="3871161"/>
                </a:xfrm>
                <a:prstGeom prst="rect">
                  <a:avLst/>
                </a:prstGeom>
              </p:spPr>
            </p:pic>
          </p:grpSp>
          <p:pic>
            <p:nvPicPr>
              <p:cNvPr id="272" name="Picture 271">
                <a:extLst>
                  <a:ext uri="{FF2B5EF4-FFF2-40B4-BE49-F238E27FC236}">
                    <a16:creationId xmlns:a16="http://schemas.microsoft.com/office/drawing/2014/main" id="{26C3323D-54E0-4660-8EFC-25DE12A3B5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03819" y="-1534743"/>
                <a:ext cx="1742023" cy="3871161"/>
              </a:xfrm>
              <a:prstGeom prst="rect">
                <a:avLst/>
              </a:prstGeom>
              <a:scene3d>
                <a:camera prst="isometricTopUp"/>
                <a:lightRig rig="threePt" dir="t"/>
              </a:scene3d>
            </p:spPr>
          </p:pic>
        </p:grpSp>
        <p:pic>
          <p:nvPicPr>
            <p:cNvPr id="270" name="Picture 269">
              <a:extLst>
                <a:ext uri="{FF2B5EF4-FFF2-40B4-BE49-F238E27FC236}">
                  <a16:creationId xmlns:a16="http://schemas.microsoft.com/office/drawing/2014/main" id="{FC12A40C-FAF9-457A-9F70-71098DA80E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425" y="-2341424"/>
              <a:ext cx="1742023" cy="3871161"/>
            </a:xfrm>
            <a:prstGeom prst="rect">
              <a:avLst/>
            </a:prstGeom>
            <a:scene3d>
              <a:camera prst="isometricTopUp"/>
              <a:lightRig rig="threePt" dir="t"/>
            </a:scene3d>
          </p:spPr>
        </p:pic>
      </p:grp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AE871AFE-4884-408A-B3B4-B204A3B5C268}"/>
              </a:ext>
            </a:extLst>
          </p:cNvPr>
          <p:cNvGrpSpPr/>
          <p:nvPr/>
        </p:nvGrpSpPr>
        <p:grpSpPr>
          <a:xfrm>
            <a:off x="495340" y="-4225773"/>
            <a:ext cx="8457412" cy="3529201"/>
            <a:chOff x="566747" y="988909"/>
            <a:chExt cx="10204578" cy="4258277"/>
          </a:xfrm>
          <a:scene3d>
            <a:camera prst="isometricTopUp"/>
            <a:lightRig rig="threePt" dir="t"/>
          </a:scene3d>
        </p:grpSpPr>
        <p:pic>
          <p:nvPicPr>
            <p:cNvPr id="280" name="Picture 279">
              <a:extLst>
                <a:ext uri="{FF2B5EF4-FFF2-40B4-BE49-F238E27FC236}">
                  <a16:creationId xmlns:a16="http://schemas.microsoft.com/office/drawing/2014/main" id="{4BFCD633-65D6-472D-BB96-0C4BC79942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55100" y="988909"/>
              <a:ext cx="1916225" cy="4258277"/>
            </a:xfrm>
            <a:prstGeom prst="rect">
              <a:avLst/>
            </a:prstGeom>
          </p:spPr>
        </p:pic>
        <p:pic>
          <p:nvPicPr>
            <p:cNvPr id="281" name="Picture 280">
              <a:extLst>
                <a:ext uri="{FF2B5EF4-FFF2-40B4-BE49-F238E27FC236}">
                  <a16:creationId xmlns:a16="http://schemas.microsoft.com/office/drawing/2014/main" id="{41704FEF-0F5E-4A45-9231-0CD970EE9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83011" y="988909"/>
              <a:ext cx="1916225" cy="4258277"/>
            </a:xfrm>
            <a:prstGeom prst="rect">
              <a:avLst/>
            </a:prstGeom>
          </p:spPr>
        </p:pic>
        <p:pic>
          <p:nvPicPr>
            <p:cNvPr id="282" name="Picture 281">
              <a:extLst>
                <a:ext uri="{FF2B5EF4-FFF2-40B4-BE49-F238E27FC236}">
                  <a16:creationId xmlns:a16="http://schemas.microsoft.com/office/drawing/2014/main" id="{235B9DA9-72C8-415E-B2D7-B9785949E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10923" y="988909"/>
              <a:ext cx="1916225" cy="4258277"/>
            </a:xfrm>
            <a:prstGeom prst="rect">
              <a:avLst/>
            </a:prstGeom>
          </p:spPr>
        </p:pic>
        <p:pic>
          <p:nvPicPr>
            <p:cNvPr id="283" name="Picture 282">
              <a:extLst>
                <a:ext uri="{FF2B5EF4-FFF2-40B4-BE49-F238E27FC236}">
                  <a16:creationId xmlns:a16="http://schemas.microsoft.com/office/drawing/2014/main" id="{9F6F201C-BB0A-4F27-AA24-29786285FD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38835" y="988909"/>
              <a:ext cx="1916225" cy="4258277"/>
            </a:xfrm>
            <a:prstGeom prst="rect">
              <a:avLst/>
            </a:prstGeom>
          </p:spPr>
        </p:pic>
        <p:pic>
          <p:nvPicPr>
            <p:cNvPr id="284" name="Picture 283">
              <a:extLst>
                <a:ext uri="{FF2B5EF4-FFF2-40B4-BE49-F238E27FC236}">
                  <a16:creationId xmlns:a16="http://schemas.microsoft.com/office/drawing/2014/main" id="{CA69FE0C-957E-4F95-94E8-DFB256E67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6747" y="988909"/>
              <a:ext cx="1916225" cy="42582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57220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8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44">
          <a:extLst>
            <a:ext uri="{FF2B5EF4-FFF2-40B4-BE49-F238E27FC236}">
              <a16:creationId xmlns:a16="http://schemas.microsoft.com/office/drawing/2014/main" id="{8F9E4B60-7048-D06F-5AC6-F2617F40E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59DBAD6F-C127-4132-9486-0992DDB7A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FB2F87F8-4139-4169-A6C1-C5994F96E316}"/>
              </a:ext>
            </a:extLst>
          </p:cNvPr>
          <p:cNvGrpSpPr/>
          <p:nvPr/>
        </p:nvGrpSpPr>
        <p:grpSpPr>
          <a:xfrm>
            <a:off x="4250693" y="1528639"/>
            <a:ext cx="9229158" cy="5944824"/>
            <a:chOff x="2191535" y="244961"/>
            <a:chExt cx="11413256" cy="7351678"/>
          </a:xfrm>
        </p:grpSpPr>
        <p:pic>
          <p:nvPicPr>
            <p:cNvPr id="74" name="Picture 73">
              <a:extLst>
                <a:ext uri="{FF2B5EF4-FFF2-40B4-BE49-F238E27FC236}">
                  <a16:creationId xmlns:a16="http://schemas.microsoft.com/office/drawing/2014/main" id="{9D2EDB87-37DD-4A3C-B43D-850AB57FF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8378" y="1229523"/>
              <a:ext cx="1916225" cy="4258277"/>
            </a:xfrm>
            <a:prstGeom prst="rect">
              <a:avLst/>
            </a:prstGeom>
            <a:scene3d>
              <a:camera prst="isometricTopUp"/>
              <a:lightRig rig="threePt" dir="t"/>
            </a:scene3d>
          </p:spPr>
        </p:pic>
        <p:pic>
          <p:nvPicPr>
            <p:cNvPr id="92" name="Picture 91">
              <a:extLst>
                <a:ext uri="{FF2B5EF4-FFF2-40B4-BE49-F238E27FC236}">
                  <a16:creationId xmlns:a16="http://schemas.microsoft.com/office/drawing/2014/main" id="{EF9B2D9D-276D-41AF-87B6-53686FCC5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96944" y="244961"/>
              <a:ext cx="2107847" cy="4684105"/>
            </a:xfrm>
            <a:prstGeom prst="rect">
              <a:avLst/>
            </a:prstGeom>
            <a:scene3d>
              <a:camera prst="isometricTopUp"/>
              <a:lightRig rig="threePt" dir="t"/>
            </a:scene3d>
          </p:spPr>
        </p:pic>
        <p:grpSp>
          <p:nvGrpSpPr>
            <p:cNvPr id="214" name="Group 213">
              <a:extLst>
                <a:ext uri="{FF2B5EF4-FFF2-40B4-BE49-F238E27FC236}">
                  <a16:creationId xmlns:a16="http://schemas.microsoft.com/office/drawing/2014/main" id="{C80E205D-102B-4759-AFD4-E389D2F5760D}"/>
                </a:ext>
              </a:extLst>
            </p:cNvPr>
            <p:cNvGrpSpPr/>
            <p:nvPr/>
          </p:nvGrpSpPr>
          <p:grpSpPr>
            <a:xfrm>
              <a:off x="2191535" y="3700727"/>
              <a:ext cx="9231561" cy="3895912"/>
              <a:chOff x="10883628" y="-635719"/>
              <a:chExt cx="9231561" cy="3895912"/>
            </a:xfrm>
            <a:scene3d>
              <a:camera prst="isometricTopUp"/>
              <a:lightRig rig="threePt" dir="t"/>
            </a:scene3d>
          </p:grpSpPr>
          <p:pic>
            <p:nvPicPr>
              <p:cNvPr id="68" name="Picture 67">
                <a:extLst>
                  <a:ext uri="{FF2B5EF4-FFF2-40B4-BE49-F238E27FC236}">
                    <a16:creationId xmlns:a16="http://schemas.microsoft.com/office/drawing/2014/main" id="{61C3AC17-BBDF-4608-8F74-6D11CC42BA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883628" y="-635719"/>
                <a:ext cx="1742023" cy="3871161"/>
              </a:xfrm>
              <a:prstGeom prst="rect">
                <a:avLst/>
              </a:prstGeom>
            </p:spPr>
          </p:pic>
          <p:grpSp>
            <p:nvGrpSpPr>
              <p:cNvPr id="213" name="Group 212">
                <a:extLst>
                  <a:ext uri="{FF2B5EF4-FFF2-40B4-BE49-F238E27FC236}">
                    <a16:creationId xmlns:a16="http://schemas.microsoft.com/office/drawing/2014/main" id="{82270E15-7761-48BA-A6BE-77C390A28297}"/>
                  </a:ext>
                </a:extLst>
              </p:cNvPr>
              <p:cNvGrpSpPr/>
              <p:nvPr/>
            </p:nvGrpSpPr>
            <p:grpSpPr>
              <a:xfrm>
                <a:off x="12778872" y="-629531"/>
                <a:ext cx="7336317" cy="3889724"/>
                <a:chOff x="-492384" y="803756"/>
                <a:chExt cx="7336317" cy="3889724"/>
              </a:xfrm>
            </p:grpSpPr>
            <p:pic>
              <p:nvPicPr>
                <p:cNvPr id="96" name="Picture 95">
                  <a:extLst>
                    <a:ext uri="{FF2B5EF4-FFF2-40B4-BE49-F238E27FC236}">
                      <a16:creationId xmlns:a16="http://schemas.microsoft.com/office/drawing/2014/main" id="{D8A87A42-C9D1-4149-AA96-666674CC75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221906" y="816132"/>
                  <a:ext cx="1742023" cy="3871161"/>
                </a:xfrm>
                <a:prstGeom prst="rect">
                  <a:avLst/>
                </a:prstGeom>
              </p:spPr>
            </p:pic>
            <p:pic>
              <p:nvPicPr>
                <p:cNvPr id="98" name="Picture 97">
                  <a:extLst>
                    <a:ext uri="{FF2B5EF4-FFF2-40B4-BE49-F238E27FC236}">
                      <a16:creationId xmlns:a16="http://schemas.microsoft.com/office/drawing/2014/main" id="{D42C546C-3974-418C-A813-58B97D77D9E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492384" y="803756"/>
                  <a:ext cx="1742023" cy="3871161"/>
                </a:xfrm>
                <a:prstGeom prst="rect">
                  <a:avLst/>
                </a:prstGeom>
              </p:spPr>
            </p:pic>
            <p:pic>
              <p:nvPicPr>
                <p:cNvPr id="100" name="Picture 99">
                  <a:extLst>
                    <a:ext uri="{FF2B5EF4-FFF2-40B4-BE49-F238E27FC236}">
                      <a16:creationId xmlns:a16="http://schemas.microsoft.com/office/drawing/2014/main" id="{8F56AD68-078B-43EA-9ED6-D04130B7E52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01910" y="822319"/>
                  <a:ext cx="1742023" cy="3871161"/>
                </a:xfrm>
                <a:prstGeom prst="rect">
                  <a:avLst/>
                </a:prstGeom>
              </p:spPr>
            </p:pic>
            <p:pic>
              <p:nvPicPr>
                <p:cNvPr id="102" name="Picture 101">
                  <a:extLst>
                    <a:ext uri="{FF2B5EF4-FFF2-40B4-BE49-F238E27FC236}">
                      <a16:creationId xmlns:a16="http://schemas.microsoft.com/office/drawing/2014/main" id="{4E1F1D9C-044A-4E15-A055-916398C4FB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02861" y="809944"/>
                  <a:ext cx="1742023" cy="3871161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215" name="Group 214">
            <a:extLst>
              <a:ext uri="{FF2B5EF4-FFF2-40B4-BE49-F238E27FC236}">
                <a16:creationId xmlns:a16="http://schemas.microsoft.com/office/drawing/2014/main" id="{F9235AFC-3500-4F99-BA75-6BF096836E3C}"/>
              </a:ext>
            </a:extLst>
          </p:cNvPr>
          <p:cNvGrpSpPr/>
          <p:nvPr/>
        </p:nvGrpSpPr>
        <p:grpSpPr>
          <a:xfrm>
            <a:off x="7786820" y="5024773"/>
            <a:ext cx="7329435" cy="3098583"/>
            <a:chOff x="384559" y="1382043"/>
            <a:chExt cx="9156904" cy="3871161"/>
          </a:xfrm>
          <a:scene3d>
            <a:camera prst="isometricTopUp"/>
            <a:lightRig rig="threePt" dir="t"/>
          </a:scene3d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82A763F5-1A86-4FA1-9015-6D22E4B2CAD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5719" y="1382043"/>
              <a:ext cx="1742023" cy="3871161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9133C937-4D41-4168-944D-37D4E23461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99440" y="1382043"/>
              <a:ext cx="1742023" cy="3871161"/>
            </a:xfrm>
            <a:prstGeom prst="rect">
              <a:avLst/>
            </a:prstGeom>
          </p:spPr>
        </p:pic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94B1FE7A-5E1E-40ED-9BE6-5B244CC714D0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38279" y="1382043"/>
              <a:ext cx="1742023" cy="3871161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5A6E5DE5-27EE-4E54-906E-0244ACF017C9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559" y="1382043"/>
              <a:ext cx="1742023" cy="3871161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525EA336-CF2C-4E13-9565-13DEFD595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1999" y="1382043"/>
              <a:ext cx="1742023" cy="3871161"/>
            </a:xfrm>
            <a:prstGeom prst="rect">
              <a:avLst/>
            </a:prstGeom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D46D6517-C535-4E47-86CD-4322607197E1}"/>
              </a:ext>
            </a:extLst>
          </p:cNvPr>
          <p:cNvGrpSpPr/>
          <p:nvPr/>
        </p:nvGrpSpPr>
        <p:grpSpPr>
          <a:xfrm>
            <a:off x="-2657499" y="-2222634"/>
            <a:ext cx="10602139" cy="6466956"/>
            <a:chOff x="-2680390" y="-2341424"/>
            <a:chExt cx="12036838" cy="734207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3B0E052-8606-4C57-9A8B-BCFCDA2BE0CD}"/>
                </a:ext>
              </a:extLst>
            </p:cNvPr>
            <p:cNvGrpSpPr/>
            <p:nvPr/>
          </p:nvGrpSpPr>
          <p:grpSpPr>
            <a:xfrm>
              <a:off x="-2680390" y="-1534743"/>
              <a:ext cx="10929338" cy="6535394"/>
              <a:chOff x="-2680390" y="-1534743"/>
              <a:chExt cx="10929338" cy="6535394"/>
            </a:xfrm>
          </p:grpSpPr>
          <p:grpSp>
            <p:nvGrpSpPr>
              <p:cNvPr id="216" name="Group 215">
                <a:extLst>
                  <a:ext uri="{FF2B5EF4-FFF2-40B4-BE49-F238E27FC236}">
                    <a16:creationId xmlns:a16="http://schemas.microsoft.com/office/drawing/2014/main" id="{21233C4A-E403-4DF0-878B-0CE6114D5F67}"/>
                  </a:ext>
                </a:extLst>
              </p:cNvPr>
              <p:cNvGrpSpPr/>
              <p:nvPr/>
            </p:nvGrpSpPr>
            <p:grpSpPr>
              <a:xfrm>
                <a:off x="-2680390" y="1129490"/>
                <a:ext cx="10929338" cy="3871161"/>
                <a:chOff x="877475" y="1027739"/>
                <a:chExt cx="10929338" cy="3871161"/>
              </a:xfrm>
              <a:scene3d>
                <a:camera prst="isometricTopUp"/>
                <a:lightRig rig="threePt" dir="t"/>
              </a:scene3d>
            </p:grpSpPr>
            <p:pic>
              <p:nvPicPr>
                <p:cNvPr id="10" name="Picture 9">
                  <a:extLst>
                    <a:ext uri="{FF2B5EF4-FFF2-40B4-BE49-F238E27FC236}">
                      <a16:creationId xmlns:a16="http://schemas.microsoft.com/office/drawing/2014/main" id="{35EF8F38-6862-4A2E-B3B8-BAE7E2FAEA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89864" y="1027739"/>
                  <a:ext cx="1742023" cy="3871161"/>
                </a:xfrm>
                <a:prstGeom prst="rect">
                  <a:avLst/>
                </a:prstGeom>
              </p:spPr>
            </p:pic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AC7E0950-1AF6-435E-AD4B-2C3371F11C0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7327" y="1027739"/>
                  <a:ext cx="1742023" cy="3871161"/>
                </a:xfrm>
                <a:prstGeom prst="rect">
                  <a:avLst/>
                </a:prstGeom>
              </p:spPr>
            </p:pic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CBBB2B6D-0102-44C3-B4C1-198005137BC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7475" y="1027739"/>
                  <a:ext cx="1742023" cy="3871161"/>
                </a:xfrm>
                <a:prstGeom prst="rect">
                  <a:avLst/>
                </a:prstGeom>
              </p:spPr>
            </p:pic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F416E961-F8DC-4BFF-9653-D78365D51E7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64790" y="1027739"/>
                  <a:ext cx="1742023" cy="3871161"/>
                </a:xfrm>
                <a:prstGeom prst="rect">
                  <a:avLst/>
                </a:prstGeom>
              </p:spPr>
            </p:pic>
            <p:pic>
              <p:nvPicPr>
                <p:cNvPr id="28" name="Picture 27">
                  <a:extLst>
                    <a:ext uri="{FF2B5EF4-FFF2-40B4-BE49-F238E27FC236}">
                      <a16:creationId xmlns:a16="http://schemas.microsoft.com/office/drawing/2014/main" id="{35F59A48-8852-4584-99D2-4CEC24D81D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0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14938" y="1027739"/>
                  <a:ext cx="1742023" cy="3871161"/>
                </a:xfrm>
                <a:prstGeom prst="rect">
                  <a:avLst/>
                </a:prstGeom>
              </p:spPr>
            </p:pic>
            <p:pic>
              <p:nvPicPr>
                <p:cNvPr id="30" name="Picture 29">
                  <a:extLst>
                    <a:ext uri="{FF2B5EF4-FFF2-40B4-BE49-F238E27FC236}">
                      <a16:creationId xmlns:a16="http://schemas.microsoft.com/office/drawing/2014/main" id="{CAE2853B-84CC-4B8C-B69D-96D4A5CE198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52401" y="1027739"/>
                  <a:ext cx="1742023" cy="3871161"/>
                </a:xfrm>
                <a:prstGeom prst="rect">
                  <a:avLst/>
                </a:prstGeom>
              </p:spPr>
            </p:pic>
          </p:grpSp>
          <p:pic>
            <p:nvPicPr>
              <p:cNvPr id="124" name="Picture 123">
                <a:extLst>
                  <a:ext uri="{FF2B5EF4-FFF2-40B4-BE49-F238E27FC236}">
                    <a16:creationId xmlns:a16="http://schemas.microsoft.com/office/drawing/2014/main" id="{303AADFC-1811-4417-A928-43CBB9C5E4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03819" y="-1534743"/>
                <a:ext cx="1742023" cy="3871161"/>
              </a:xfrm>
              <a:prstGeom prst="rect">
                <a:avLst/>
              </a:prstGeom>
              <a:scene3d>
                <a:camera prst="isometricTopUp"/>
                <a:lightRig rig="threePt" dir="t"/>
              </a:scene3d>
            </p:spPr>
          </p:pic>
        </p:grpSp>
        <p:pic>
          <p:nvPicPr>
            <p:cNvPr id="126" name="Picture 125">
              <a:extLst>
                <a:ext uri="{FF2B5EF4-FFF2-40B4-BE49-F238E27FC236}">
                  <a16:creationId xmlns:a16="http://schemas.microsoft.com/office/drawing/2014/main" id="{497DA5A9-C891-4F82-98EB-7D3B1FFCA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425" y="-2341424"/>
              <a:ext cx="1742023" cy="3871161"/>
            </a:xfrm>
            <a:prstGeom prst="rect">
              <a:avLst/>
            </a:prstGeom>
            <a:scene3d>
              <a:camera prst="isometricTopUp"/>
              <a:lightRig rig="threePt" dir="t"/>
            </a:scene3d>
          </p:spPr>
        </p:pic>
      </p:grpSp>
      <p:grpSp>
        <p:nvGrpSpPr>
          <p:cNvPr id="217" name="Group 216">
            <a:extLst>
              <a:ext uri="{FF2B5EF4-FFF2-40B4-BE49-F238E27FC236}">
                <a16:creationId xmlns:a16="http://schemas.microsoft.com/office/drawing/2014/main" id="{8FE86700-2579-490E-A84D-2E4677EE8058}"/>
              </a:ext>
            </a:extLst>
          </p:cNvPr>
          <p:cNvGrpSpPr/>
          <p:nvPr/>
        </p:nvGrpSpPr>
        <p:grpSpPr>
          <a:xfrm>
            <a:off x="-3579903" y="-1387542"/>
            <a:ext cx="8457412" cy="3529201"/>
            <a:chOff x="566747" y="988909"/>
            <a:chExt cx="10204578" cy="4258277"/>
          </a:xfrm>
          <a:scene3d>
            <a:camera prst="isometricTopUp"/>
            <a:lightRig rig="threePt" dir="t"/>
          </a:scene3d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961F426-A896-44DB-8556-66711E555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55100" y="988909"/>
              <a:ext cx="1916225" cy="4258277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97A1684F-2242-488D-B7FF-2CC91C6D7E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83011" y="988909"/>
              <a:ext cx="1916225" cy="4258277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4CC7FDCB-FB65-46EB-9844-012CF4E2AD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10923" y="988909"/>
              <a:ext cx="1916225" cy="4258277"/>
            </a:xfrm>
            <a:prstGeom prst="rect">
              <a:avLst/>
            </a:prstGeom>
          </p:spPr>
        </p:pic>
        <p:pic>
          <p:nvPicPr>
            <p:cNvPr id="178" name="Picture 177">
              <a:extLst>
                <a:ext uri="{FF2B5EF4-FFF2-40B4-BE49-F238E27FC236}">
                  <a16:creationId xmlns:a16="http://schemas.microsoft.com/office/drawing/2014/main" id="{6CA0696A-7F8D-4B50-A056-E8D896FC4C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38835" y="988909"/>
              <a:ext cx="1916225" cy="4258277"/>
            </a:xfrm>
            <a:prstGeom prst="rect">
              <a:avLst/>
            </a:prstGeom>
          </p:spPr>
        </p:pic>
        <p:pic>
          <p:nvPicPr>
            <p:cNvPr id="180" name="Picture 179">
              <a:extLst>
                <a:ext uri="{FF2B5EF4-FFF2-40B4-BE49-F238E27FC236}">
                  <a16:creationId xmlns:a16="http://schemas.microsoft.com/office/drawing/2014/main" id="{8DA1E5C7-7046-4E83-945A-A465FC296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6747" y="988909"/>
              <a:ext cx="1916225" cy="4258277"/>
            </a:xfrm>
            <a:prstGeom prst="rect">
              <a:avLst/>
            </a:prstGeom>
          </p:spPr>
        </p:pic>
      </p:grpSp>
      <p:sp>
        <p:nvSpPr>
          <p:cNvPr id="218" name="TextBox 217">
            <a:extLst>
              <a:ext uri="{FF2B5EF4-FFF2-40B4-BE49-F238E27FC236}">
                <a16:creationId xmlns:a16="http://schemas.microsoft.com/office/drawing/2014/main" id="{EEE94E06-B30C-47A1-A0B9-E5658BD2D9AD}"/>
              </a:ext>
            </a:extLst>
          </p:cNvPr>
          <p:cNvSpPr txBox="1"/>
          <p:nvPr/>
        </p:nvSpPr>
        <p:spPr>
          <a:xfrm>
            <a:off x="3197914" y="3075057"/>
            <a:ext cx="57961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Poppins" panose="00000500000000000000" pitchFamily="2" charset="0"/>
                <a:cs typeface="Poppins" panose="00000500000000000000" pitchFamily="2" charset="0"/>
              </a:rPr>
              <a:t>UI/UX</a:t>
            </a:r>
          </a:p>
        </p:txBody>
      </p:sp>
    </p:spTree>
    <p:extLst>
      <p:ext uri="{BB962C8B-B14F-4D97-AF65-F5344CB8AC3E}">
        <p14:creationId xmlns:p14="http://schemas.microsoft.com/office/powerpoint/2010/main" val="2102951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4">
          <a:extLst>
            <a:ext uri="{FF2B5EF4-FFF2-40B4-BE49-F238E27FC236}">
              <a16:creationId xmlns:a16="http://schemas.microsoft.com/office/drawing/2014/main" id="{8F9E4B60-7048-D06F-5AC6-F2617F40E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59DBAD6F-C127-4132-9486-0992DDB7A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5" y="3501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A11A0E75-04E7-473D-8494-D67554C0B1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16682" y="2362219"/>
            <a:ext cx="304762" cy="304762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BE202BE1-1898-4A3F-960D-8AA144F9F762}"/>
              </a:ext>
            </a:extLst>
          </p:cNvPr>
          <p:cNvGrpSpPr/>
          <p:nvPr/>
        </p:nvGrpSpPr>
        <p:grpSpPr>
          <a:xfrm>
            <a:off x="-2060307" y="6236495"/>
            <a:ext cx="9229158" cy="5944824"/>
            <a:chOff x="2191535" y="244961"/>
            <a:chExt cx="11413256" cy="7351678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AE93DA42-10EF-4EC9-85F1-ABC7BDE40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88378" y="1229523"/>
              <a:ext cx="1916225" cy="4258277"/>
            </a:xfrm>
            <a:prstGeom prst="rect">
              <a:avLst/>
            </a:prstGeom>
            <a:scene3d>
              <a:camera prst="isometricTopUp"/>
              <a:lightRig rig="threePt" dir="t"/>
            </a:scene3d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BE4B3BB4-7A88-400D-A8C4-5C7A78258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96944" y="244961"/>
              <a:ext cx="2107847" cy="4684105"/>
            </a:xfrm>
            <a:prstGeom prst="rect">
              <a:avLst/>
            </a:prstGeom>
            <a:scene3d>
              <a:camera prst="isometricTopUp"/>
              <a:lightRig rig="threePt" dir="t"/>
            </a:scene3d>
          </p:spPr>
        </p:pic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5D5CD4B0-62F1-4688-9B23-B7F23AA09141}"/>
                </a:ext>
              </a:extLst>
            </p:cNvPr>
            <p:cNvGrpSpPr/>
            <p:nvPr/>
          </p:nvGrpSpPr>
          <p:grpSpPr>
            <a:xfrm>
              <a:off x="2191535" y="3700727"/>
              <a:ext cx="9231561" cy="3895912"/>
              <a:chOff x="10883628" y="-635719"/>
              <a:chExt cx="9231561" cy="3895912"/>
            </a:xfrm>
            <a:scene3d>
              <a:camera prst="isometricTopUp"/>
              <a:lightRig rig="threePt" dir="t"/>
            </a:scene3d>
          </p:grpSpPr>
          <p:pic>
            <p:nvPicPr>
              <p:cNvPr id="34" name="Picture 33">
                <a:extLst>
                  <a:ext uri="{FF2B5EF4-FFF2-40B4-BE49-F238E27FC236}">
                    <a16:creationId xmlns:a16="http://schemas.microsoft.com/office/drawing/2014/main" id="{C81E5E80-3E64-42E7-8DCC-C463A62CB0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883628" y="-635719"/>
                <a:ext cx="1742023" cy="3871161"/>
              </a:xfrm>
              <a:prstGeom prst="rect">
                <a:avLst/>
              </a:prstGeom>
            </p:spPr>
          </p:pic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A552BBE3-B381-4035-ADA6-102DF0645F64}"/>
                  </a:ext>
                </a:extLst>
              </p:cNvPr>
              <p:cNvGrpSpPr/>
              <p:nvPr/>
            </p:nvGrpSpPr>
            <p:grpSpPr>
              <a:xfrm>
                <a:off x="12778872" y="-629531"/>
                <a:ext cx="7336317" cy="3889724"/>
                <a:chOff x="-492384" y="803756"/>
                <a:chExt cx="7336317" cy="3889724"/>
              </a:xfrm>
            </p:grpSpPr>
            <p:pic>
              <p:nvPicPr>
                <p:cNvPr id="36" name="Picture 35">
                  <a:extLst>
                    <a:ext uri="{FF2B5EF4-FFF2-40B4-BE49-F238E27FC236}">
                      <a16:creationId xmlns:a16="http://schemas.microsoft.com/office/drawing/2014/main" id="{7EBF32A9-6B72-4FC4-A563-0D07CFC378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221906" y="816132"/>
                  <a:ext cx="1742023" cy="3871161"/>
                </a:xfrm>
                <a:prstGeom prst="rect">
                  <a:avLst/>
                </a:prstGeom>
              </p:spPr>
            </p:pic>
            <p:pic>
              <p:nvPicPr>
                <p:cNvPr id="37" name="Picture 36">
                  <a:extLst>
                    <a:ext uri="{FF2B5EF4-FFF2-40B4-BE49-F238E27FC236}">
                      <a16:creationId xmlns:a16="http://schemas.microsoft.com/office/drawing/2014/main" id="{12C4D645-D0DF-4088-9BF7-D7E17471DF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-492384" y="803756"/>
                  <a:ext cx="1742023" cy="3871161"/>
                </a:xfrm>
                <a:prstGeom prst="rect">
                  <a:avLst/>
                </a:prstGeom>
              </p:spPr>
            </p:pic>
            <p:pic>
              <p:nvPicPr>
                <p:cNvPr id="38" name="Picture 37">
                  <a:extLst>
                    <a:ext uri="{FF2B5EF4-FFF2-40B4-BE49-F238E27FC236}">
                      <a16:creationId xmlns:a16="http://schemas.microsoft.com/office/drawing/2014/main" id="{FAD90839-BCD7-4D93-8053-4F1136CB04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01910" y="822319"/>
                  <a:ext cx="1742023" cy="3871161"/>
                </a:xfrm>
                <a:prstGeom prst="rect">
                  <a:avLst/>
                </a:prstGeom>
              </p:spPr>
            </p:pic>
            <p:pic>
              <p:nvPicPr>
                <p:cNvPr id="39" name="Picture 38">
                  <a:extLst>
                    <a:ext uri="{FF2B5EF4-FFF2-40B4-BE49-F238E27FC236}">
                      <a16:creationId xmlns:a16="http://schemas.microsoft.com/office/drawing/2014/main" id="{1562A9F7-8656-47E2-971A-538B8DFE03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402861" y="809944"/>
                  <a:ext cx="1742023" cy="3871161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A50C804-30FD-4328-BC42-B515F190A4F1}"/>
              </a:ext>
            </a:extLst>
          </p:cNvPr>
          <p:cNvGrpSpPr/>
          <p:nvPr/>
        </p:nvGrpSpPr>
        <p:grpSpPr>
          <a:xfrm>
            <a:off x="12300604" y="2929668"/>
            <a:ext cx="7329435" cy="3098583"/>
            <a:chOff x="384559" y="1382043"/>
            <a:chExt cx="9156904" cy="3871161"/>
          </a:xfrm>
          <a:scene3d>
            <a:camera prst="isometricTopUp"/>
            <a:lightRig rig="threePt" dir="t"/>
          </a:scene3d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8EE6E42A-78C9-47FE-9E68-7F74C128C0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45719" y="1382043"/>
              <a:ext cx="1742023" cy="3871161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35BE1FBD-FD6D-45F7-8B07-37B47153EE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99440" y="1382043"/>
              <a:ext cx="1742023" cy="3871161"/>
            </a:xfrm>
            <a:prstGeom prst="rect">
              <a:avLst/>
            </a:prstGeom>
          </p:spPr>
        </p:pic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01606659-D138-41DB-8566-8DECECC50D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38279" y="1382043"/>
              <a:ext cx="1742023" cy="3871161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54C816DA-F1B3-40D7-828D-65BB90EBC3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559" y="1382043"/>
              <a:ext cx="1742023" cy="3871161"/>
            </a:xfrm>
            <a:prstGeom prst="rect">
              <a:avLst/>
            </a:prstGeom>
            <a:solidFill>
              <a:schemeClr val="bg1"/>
            </a:solidFill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BC0A6415-A186-439F-8B7C-4E1F7552EBC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1999" y="1382043"/>
              <a:ext cx="1742023" cy="3871161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EDD46BE1-BD89-4BD1-BED0-8E5F13343219}"/>
              </a:ext>
            </a:extLst>
          </p:cNvPr>
          <p:cNvGrpSpPr/>
          <p:nvPr/>
        </p:nvGrpSpPr>
        <p:grpSpPr>
          <a:xfrm>
            <a:off x="4558783" y="-7415154"/>
            <a:ext cx="10602139" cy="6466956"/>
            <a:chOff x="-2680390" y="-2341424"/>
            <a:chExt cx="12036838" cy="7342075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119B1143-C21E-4C19-8BF6-62199ACF8BBC}"/>
                </a:ext>
              </a:extLst>
            </p:cNvPr>
            <p:cNvGrpSpPr/>
            <p:nvPr/>
          </p:nvGrpSpPr>
          <p:grpSpPr>
            <a:xfrm>
              <a:off x="-2680390" y="-1534743"/>
              <a:ext cx="10929338" cy="6535394"/>
              <a:chOff x="-2680390" y="-1534743"/>
              <a:chExt cx="10929338" cy="6535394"/>
            </a:xfrm>
          </p:grpSpPr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F895A461-4730-467C-A8A6-D47207C6978B}"/>
                  </a:ext>
                </a:extLst>
              </p:cNvPr>
              <p:cNvGrpSpPr/>
              <p:nvPr/>
            </p:nvGrpSpPr>
            <p:grpSpPr>
              <a:xfrm>
                <a:off x="-2680390" y="1129490"/>
                <a:ext cx="10929338" cy="3871161"/>
                <a:chOff x="877475" y="1027739"/>
                <a:chExt cx="10929338" cy="3871161"/>
              </a:xfrm>
              <a:scene3d>
                <a:camera prst="isometricTopUp"/>
                <a:lightRig rig="threePt" dir="t"/>
              </a:scene3d>
            </p:grpSpPr>
            <p:pic>
              <p:nvPicPr>
                <p:cNvPr id="51" name="Picture 50">
                  <a:extLst>
                    <a:ext uri="{FF2B5EF4-FFF2-40B4-BE49-F238E27FC236}">
                      <a16:creationId xmlns:a16="http://schemas.microsoft.com/office/drawing/2014/main" id="{C01E534E-6874-4979-A65C-BF9E4AB7FE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1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89864" y="1027739"/>
                  <a:ext cx="1742023" cy="3871161"/>
                </a:xfrm>
                <a:prstGeom prst="rect">
                  <a:avLst/>
                </a:prstGeom>
              </p:spPr>
            </p:pic>
            <p:pic>
              <p:nvPicPr>
                <p:cNvPr id="56" name="Picture 55">
                  <a:extLst>
                    <a:ext uri="{FF2B5EF4-FFF2-40B4-BE49-F238E27FC236}">
                      <a16:creationId xmlns:a16="http://schemas.microsoft.com/office/drawing/2014/main" id="{7125CAFF-CBF0-4E0E-9DEA-CD86C99FC48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227327" y="1027739"/>
                  <a:ext cx="1742023" cy="3871161"/>
                </a:xfrm>
                <a:prstGeom prst="rect">
                  <a:avLst/>
                </a:prstGeom>
              </p:spPr>
            </p:pic>
            <p:pic>
              <p:nvPicPr>
                <p:cNvPr id="57" name="Picture 56">
                  <a:extLst>
                    <a:ext uri="{FF2B5EF4-FFF2-40B4-BE49-F238E27FC236}">
                      <a16:creationId xmlns:a16="http://schemas.microsoft.com/office/drawing/2014/main" id="{F2858273-B69A-4910-A9B4-FB65710845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77475" y="1027739"/>
                  <a:ext cx="1742023" cy="3871161"/>
                </a:xfrm>
                <a:prstGeom prst="rect">
                  <a:avLst/>
                </a:prstGeom>
              </p:spPr>
            </p:pic>
            <p:pic>
              <p:nvPicPr>
                <p:cNvPr id="58" name="Picture 57">
                  <a:extLst>
                    <a:ext uri="{FF2B5EF4-FFF2-40B4-BE49-F238E27FC236}">
                      <a16:creationId xmlns:a16="http://schemas.microsoft.com/office/drawing/2014/main" id="{9B269253-8349-4362-803E-F1561DF093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64790" y="1027739"/>
                  <a:ext cx="1742023" cy="3871161"/>
                </a:xfrm>
                <a:prstGeom prst="rect">
                  <a:avLst/>
                </a:prstGeom>
              </p:spPr>
            </p:pic>
            <p:pic>
              <p:nvPicPr>
                <p:cNvPr id="59" name="Picture 58">
                  <a:extLst>
                    <a:ext uri="{FF2B5EF4-FFF2-40B4-BE49-F238E27FC236}">
                      <a16:creationId xmlns:a16="http://schemas.microsoft.com/office/drawing/2014/main" id="{1CFA9323-CD06-4790-B390-A8347C8F576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714938" y="1027739"/>
                  <a:ext cx="1742023" cy="3871161"/>
                </a:xfrm>
                <a:prstGeom prst="rect">
                  <a:avLst/>
                </a:prstGeom>
              </p:spPr>
            </p:pic>
            <p:pic>
              <p:nvPicPr>
                <p:cNvPr id="60" name="Picture 59">
                  <a:extLst>
                    <a:ext uri="{FF2B5EF4-FFF2-40B4-BE49-F238E27FC236}">
                      <a16:creationId xmlns:a16="http://schemas.microsoft.com/office/drawing/2014/main" id="{3D1D8847-12B9-4434-BEF2-69EC8287FC6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52401" y="1027739"/>
                  <a:ext cx="1742023" cy="3871161"/>
                </a:xfrm>
                <a:prstGeom prst="rect">
                  <a:avLst/>
                </a:prstGeom>
              </p:spPr>
            </p:pic>
          </p:grpSp>
          <p:pic>
            <p:nvPicPr>
              <p:cNvPr id="50" name="Picture 49">
                <a:extLst>
                  <a:ext uri="{FF2B5EF4-FFF2-40B4-BE49-F238E27FC236}">
                    <a16:creationId xmlns:a16="http://schemas.microsoft.com/office/drawing/2014/main" id="{A9748E5B-1944-40F2-9E7F-1134C8AEA8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03819" y="-1534743"/>
                <a:ext cx="1742023" cy="3871161"/>
              </a:xfrm>
              <a:prstGeom prst="rect">
                <a:avLst/>
              </a:prstGeom>
              <a:scene3d>
                <a:camera prst="isometricTopUp"/>
                <a:lightRig rig="threePt" dir="t"/>
              </a:scene3d>
            </p:spPr>
          </p:pic>
        </p:grp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320B7D3C-90EB-41D0-982D-92E8836FC13A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14425" y="-2341424"/>
              <a:ext cx="1742023" cy="3871161"/>
            </a:xfrm>
            <a:prstGeom prst="rect">
              <a:avLst/>
            </a:prstGeom>
            <a:scene3d>
              <a:camera prst="isometricTopUp"/>
              <a:lightRig rig="threePt" dir="t"/>
            </a:scene3d>
          </p:spPr>
        </p:pic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4872454E-90CF-46ED-BA8B-3429F3043A7D}"/>
              </a:ext>
            </a:extLst>
          </p:cNvPr>
          <p:cNvGrpSpPr/>
          <p:nvPr/>
        </p:nvGrpSpPr>
        <p:grpSpPr>
          <a:xfrm>
            <a:off x="-8915334" y="1233469"/>
            <a:ext cx="8457412" cy="3529201"/>
            <a:chOff x="566747" y="988909"/>
            <a:chExt cx="10204578" cy="4258277"/>
          </a:xfrm>
          <a:scene3d>
            <a:camera prst="isometricTopUp"/>
            <a:lightRig rig="threePt" dir="t"/>
          </a:scene3d>
        </p:grpSpPr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A9FE027D-1C7A-497B-AEBE-CD23BD2AAA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55100" y="988909"/>
              <a:ext cx="1916225" cy="4258277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75E0EC70-FDB4-40B0-8566-43B4A6CA88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83011" y="988909"/>
              <a:ext cx="1916225" cy="4258277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DD3311A1-EA3B-4E0A-8990-7982317480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10923" y="988909"/>
              <a:ext cx="1916225" cy="4258277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87F7D551-4127-4AC1-827F-C09C76E4FB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38835" y="988909"/>
              <a:ext cx="1916225" cy="4258277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31C309DD-562E-4FBF-A2D7-2AFFD43956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6747" y="988909"/>
              <a:ext cx="1916225" cy="4258277"/>
            </a:xfrm>
            <a:prstGeom prst="rect">
              <a:avLst/>
            </a:prstGeom>
          </p:spPr>
        </p:pic>
      </p:grpSp>
      <p:sp>
        <p:nvSpPr>
          <p:cNvPr id="4" name="Rectangle 1">
            <a:extLst>
              <a:ext uri="{FF2B5EF4-FFF2-40B4-BE49-F238E27FC236}">
                <a16:creationId xmlns:a16="http://schemas.microsoft.com/office/drawing/2014/main" id="{6B3EF95C-F24E-4F7C-807F-47C4962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7" name="Untitled video - Made with Clipchamp (8)">
            <a:hlinkClick r:id="" action="ppaction://media"/>
            <a:extLst>
              <a:ext uri="{FF2B5EF4-FFF2-40B4-BE49-F238E27FC236}">
                <a16:creationId xmlns:a16="http://schemas.microsoft.com/office/drawing/2014/main" id="{1A5D062E-B079-4D29-99C8-5BD1F9FB883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34">
            <a:lum/>
          </a:blip>
          <a:srcRect l="36155" t="-1080" r="36365" b="-791"/>
          <a:stretch/>
        </p:blipFill>
        <p:spPr>
          <a:xfrm>
            <a:off x="8550892" y="582538"/>
            <a:ext cx="2743200" cy="5692924"/>
          </a:xfrm>
          <a:prstGeom prst="roundRect">
            <a:avLst/>
          </a:prstGeom>
          <a:ln w="38100" cap="sq" cmpd="sng">
            <a:noFill/>
          </a:ln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4E78A586-0E36-4ACB-A691-E673B3893A1F}"/>
              </a:ext>
            </a:extLst>
          </p:cNvPr>
          <p:cNvGrpSpPr/>
          <p:nvPr/>
        </p:nvGrpSpPr>
        <p:grpSpPr>
          <a:xfrm>
            <a:off x="1246011" y="2118757"/>
            <a:ext cx="2007637" cy="1098838"/>
            <a:chOff x="1012833" y="2118757"/>
            <a:chExt cx="2007637" cy="1098838"/>
          </a:xfrm>
        </p:grpSpPr>
        <p:sp>
          <p:nvSpPr>
            <p:cNvPr id="82" name="Oval 81">
              <a:extLst>
                <a:ext uri="{FF2B5EF4-FFF2-40B4-BE49-F238E27FC236}">
                  <a16:creationId xmlns:a16="http://schemas.microsoft.com/office/drawing/2014/main" id="{854CDE2B-CE90-41FC-B1EB-4BF1EDA985AB}"/>
                </a:ext>
              </a:extLst>
            </p:cNvPr>
            <p:cNvSpPr/>
            <p:nvPr/>
          </p:nvSpPr>
          <p:spPr>
            <a:xfrm>
              <a:off x="1012833" y="2118757"/>
              <a:ext cx="1100181" cy="1098838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solidFill>
                    <a:schemeClr val="tx1"/>
                  </a:solidFill>
                </a:rPr>
                <a:t>#FFFFFF</a:t>
              </a: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332E5EAF-7BC7-46D2-AD0D-839457086E49}"/>
                </a:ext>
              </a:extLst>
            </p:cNvPr>
            <p:cNvSpPr/>
            <p:nvPr/>
          </p:nvSpPr>
          <p:spPr>
            <a:xfrm>
              <a:off x="1920289" y="2118757"/>
              <a:ext cx="1100181" cy="1098838"/>
            </a:xfrm>
            <a:prstGeom prst="ellipse">
              <a:avLst/>
            </a:prstGeom>
            <a:solidFill>
              <a:srgbClr val="FAF6FF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solidFill>
                    <a:schemeClr val="tx1"/>
                  </a:solidFill>
                </a:rPr>
                <a:t>#FAF6FF</a:t>
              </a: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2DD20CFB-87D2-4001-B1F7-32179C91518B}"/>
              </a:ext>
            </a:extLst>
          </p:cNvPr>
          <p:cNvSpPr txBox="1"/>
          <p:nvPr/>
        </p:nvSpPr>
        <p:spPr>
          <a:xfrm>
            <a:off x="1012836" y="1430757"/>
            <a:ext cx="24739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Primary Colors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24C0334-0ACB-40E2-B45E-720ED079528D}"/>
              </a:ext>
            </a:extLst>
          </p:cNvPr>
          <p:cNvGrpSpPr/>
          <p:nvPr/>
        </p:nvGrpSpPr>
        <p:grpSpPr>
          <a:xfrm>
            <a:off x="4215504" y="2118757"/>
            <a:ext cx="3784381" cy="1098838"/>
            <a:chOff x="3939996" y="2118757"/>
            <a:chExt cx="3784381" cy="1098838"/>
          </a:xfrm>
        </p:grpSpPr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776C5D06-F330-48A6-B263-3636D80A11DD}"/>
                </a:ext>
              </a:extLst>
            </p:cNvPr>
            <p:cNvSpPr/>
            <p:nvPr/>
          </p:nvSpPr>
          <p:spPr>
            <a:xfrm>
              <a:off x="3939996" y="2118757"/>
              <a:ext cx="1100181" cy="1098838"/>
            </a:xfrm>
            <a:prstGeom prst="ellipse">
              <a:avLst/>
            </a:prstGeom>
            <a:solidFill>
              <a:srgbClr val="F5FFF7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solidFill>
                    <a:schemeClr val="tx1"/>
                  </a:solidFill>
                </a:rPr>
                <a:t>#F5FFF7</a:t>
              </a: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DAC405CA-A8A0-4B4A-B0C3-BE1440947B45}"/>
                </a:ext>
              </a:extLst>
            </p:cNvPr>
            <p:cNvSpPr/>
            <p:nvPr/>
          </p:nvSpPr>
          <p:spPr>
            <a:xfrm>
              <a:off x="4820904" y="2118757"/>
              <a:ext cx="1100181" cy="1098838"/>
            </a:xfrm>
            <a:prstGeom prst="ellipse">
              <a:avLst/>
            </a:prstGeom>
            <a:solidFill>
              <a:srgbClr val="ECF3FF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solidFill>
                    <a:schemeClr val="tx1"/>
                  </a:solidFill>
                </a:rPr>
                <a:t>#ECF3FF</a:t>
              </a:r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DD1573DE-941B-4CDC-9D84-0E4417844395}"/>
                </a:ext>
              </a:extLst>
            </p:cNvPr>
            <p:cNvSpPr/>
            <p:nvPr/>
          </p:nvSpPr>
          <p:spPr>
            <a:xfrm>
              <a:off x="5707946" y="2118757"/>
              <a:ext cx="1098838" cy="1098838"/>
            </a:xfrm>
            <a:prstGeom prst="ellipse">
              <a:avLst/>
            </a:prstGeom>
            <a:solidFill>
              <a:srgbClr val="FFD6D6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50" dirty="0">
                  <a:solidFill>
                    <a:schemeClr val="tx1"/>
                  </a:solidFill>
                </a:rPr>
                <a:t>#FFD6D6</a:t>
              </a:r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31B0074F-CDB0-40A8-9D15-179B944E08FF}"/>
                </a:ext>
              </a:extLst>
            </p:cNvPr>
            <p:cNvSpPr/>
            <p:nvPr/>
          </p:nvSpPr>
          <p:spPr>
            <a:xfrm>
              <a:off x="6624196" y="2118757"/>
              <a:ext cx="1100181" cy="1098838"/>
            </a:xfrm>
            <a:prstGeom prst="ellipse">
              <a:avLst/>
            </a:prstGeom>
            <a:solidFill>
              <a:schemeClr val="tx1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/>
                <a:t>#000000</a:t>
              </a:r>
            </a:p>
          </p:txBody>
        </p:sp>
      </p:grpSp>
      <p:sp>
        <p:nvSpPr>
          <p:cNvPr id="89" name="TextBox 88">
            <a:extLst>
              <a:ext uri="{FF2B5EF4-FFF2-40B4-BE49-F238E27FC236}">
                <a16:creationId xmlns:a16="http://schemas.microsoft.com/office/drawing/2014/main" id="{4285457F-7EF3-42FA-A87E-F32DAD1B0CD8}"/>
              </a:ext>
            </a:extLst>
          </p:cNvPr>
          <p:cNvSpPr txBox="1"/>
          <p:nvPr/>
        </p:nvSpPr>
        <p:spPr>
          <a:xfrm>
            <a:off x="4835141" y="1430757"/>
            <a:ext cx="2545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Secondary Colors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6933147-97B9-4F79-9E56-F175B39F2170}"/>
              </a:ext>
            </a:extLst>
          </p:cNvPr>
          <p:cNvGrpSpPr/>
          <p:nvPr/>
        </p:nvGrpSpPr>
        <p:grpSpPr>
          <a:xfrm>
            <a:off x="744684" y="4549695"/>
            <a:ext cx="3010291" cy="1098838"/>
            <a:chOff x="675676" y="4549695"/>
            <a:chExt cx="3010291" cy="1098838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46A3B1ED-9A56-486C-9C13-ED4403BED97C}"/>
                </a:ext>
              </a:extLst>
            </p:cNvPr>
            <p:cNvSpPr/>
            <p:nvPr/>
          </p:nvSpPr>
          <p:spPr>
            <a:xfrm>
              <a:off x="675676" y="4549695"/>
              <a:ext cx="1100181" cy="1098838"/>
            </a:xfrm>
            <a:prstGeom prst="ellipse">
              <a:avLst/>
            </a:prstGeom>
            <a:solidFill>
              <a:srgbClr val="FAF6FF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solidFill>
                    <a:schemeClr val="tx1"/>
                  </a:solidFill>
                </a:rPr>
                <a:t>#FAF6FF</a:t>
              </a:r>
              <a:endParaRPr lang="en-US" sz="1300" dirty="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FDD5B65C-89A3-4F91-808F-B9D932AA9439}"/>
                </a:ext>
              </a:extLst>
            </p:cNvPr>
            <p:cNvSpPr/>
            <p:nvPr/>
          </p:nvSpPr>
          <p:spPr>
            <a:xfrm>
              <a:off x="1590485" y="4549695"/>
              <a:ext cx="1100181" cy="1098838"/>
            </a:xfrm>
            <a:prstGeom prst="ellipse">
              <a:avLst/>
            </a:prstGeom>
            <a:solidFill>
              <a:srgbClr val="F5FFF7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solidFill>
                    <a:schemeClr val="tx1"/>
                  </a:solidFill>
                </a:rPr>
                <a:t>#F5FFF7</a:t>
              </a:r>
              <a:endParaRPr lang="en-US" sz="1300" dirty="0">
                <a:solidFill>
                  <a:schemeClr val="bg1"/>
                </a:solidFill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4B498761-D73B-4956-B275-104445367075}"/>
                </a:ext>
              </a:extLst>
            </p:cNvPr>
            <p:cNvSpPr/>
            <p:nvPr/>
          </p:nvSpPr>
          <p:spPr>
            <a:xfrm>
              <a:off x="2585786" y="4549695"/>
              <a:ext cx="1100181" cy="1098838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solidFill>
                    <a:schemeClr val="tx1"/>
                  </a:solidFill>
                </a:rPr>
                <a:t>#FFFFFF</a:t>
              </a:r>
            </a:p>
          </p:txBody>
        </p: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E9CE1BC4-D24D-4D1B-9278-936090D895BE}"/>
              </a:ext>
            </a:extLst>
          </p:cNvPr>
          <p:cNvSpPr txBox="1"/>
          <p:nvPr/>
        </p:nvSpPr>
        <p:spPr>
          <a:xfrm>
            <a:off x="1012836" y="3918806"/>
            <a:ext cx="24739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Backgrounds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5D3EEA1-0DA9-441D-A813-55744F7214DF}"/>
              </a:ext>
            </a:extLst>
          </p:cNvPr>
          <p:cNvGrpSpPr/>
          <p:nvPr/>
        </p:nvGrpSpPr>
        <p:grpSpPr>
          <a:xfrm>
            <a:off x="4654310" y="4581943"/>
            <a:ext cx="2906769" cy="1098838"/>
            <a:chOff x="4866440" y="4577343"/>
            <a:chExt cx="2906769" cy="1098838"/>
          </a:xfrm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85ED4B81-F8BC-4AC6-BDBF-83FE2AAC4529}"/>
                </a:ext>
              </a:extLst>
            </p:cNvPr>
            <p:cNvSpPr/>
            <p:nvPr/>
          </p:nvSpPr>
          <p:spPr>
            <a:xfrm>
              <a:off x="4866440" y="4577343"/>
              <a:ext cx="1100181" cy="1098838"/>
            </a:xfrm>
            <a:prstGeom prst="ellipse">
              <a:avLst/>
            </a:prstGeom>
            <a:solidFill>
              <a:schemeClr val="tx1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/>
                <a:t>#000000</a:t>
              </a: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8585FCFF-934E-4F95-9D5C-6102D8112B15}"/>
                </a:ext>
              </a:extLst>
            </p:cNvPr>
            <p:cNvSpPr/>
            <p:nvPr/>
          </p:nvSpPr>
          <p:spPr>
            <a:xfrm>
              <a:off x="5807128" y="4577343"/>
              <a:ext cx="1100181" cy="1098838"/>
            </a:xfrm>
            <a:prstGeom prst="ellipse">
              <a:avLst/>
            </a:prstGeom>
            <a:solidFill>
              <a:srgbClr val="6767F7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solidFill>
                    <a:schemeClr val="bg1"/>
                  </a:solidFill>
                </a:rPr>
                <a:t>#6767F7</a:t>
              </a:r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D90AFB53-4923-419D-9150-E78D16D85446}"/>
                </a:ext>
              </a:extLst>
            </p:cNvPr>
            <p:cNvSpPr/>
            <p:nvPr/>
          </p:nvSpPr>
          <p:spPr>
            <a:xfrm>
              <a:off x="6673028" y="4577343"/>
              <a:ext cx="1100181" cy="1098838"/>
            </a:xfrm>
            <a:prstGeom prst="ellipse">
              <a:avLst/>
            </a:prstGeom>
            <a:solidFill>
              <a:srgbClr val="7F7F7F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solidFill>
                    <a:schemeClr val="bg1"/>
                  </a:solidFill>
                </a:rPr>
                <a:t>#7F7F7F</a:t>
              </a:r>
            </a:p>
          </p:txBody>
        </p:sp>
      </p:grpSp>
      <p:sp>
        <p:nvSpPr>
          <p:cNvPr id="97" name="TextBox 96">
            <a:extLst>
              <a:ext uri="{FF2B5EF4-FFF2-40B4-BE49-F238E27FC236}">
                <a16:creationId xmlns:a16="http://schemas.microsoft.com/office/drawing/2014/main" id="{16F40210-721E-4909-B07E-5940F607F6A1}"/>
              </a:ext>
            </a:extLst>
          </p:cNvPr>
          <p:cNvSpPr txBox="1"/>
          <p:nvPr/>
        </p:nvSpPr>
        <p:spPr>
          <a:xfrm>
            <a:off x="4870701" y="3887331"/>
            <a:ext cx="24739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Icons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9774276-2B74-480D-8B88-B619FEBEF769}"/>
              </a:ext>
            </a:extLst>
          </p:cNvPr>
          <p:cNvSpPr txBox="1"/>
          <p:nvPr/>
        </p:nvSpPr>
        <p:spPr>
          <a:xfrm>
            <a:off x="1756224" y="387782"/>
            <a:ext cx="57961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Poppins" panose="00000500000000000000" pitchFamily="2" charset="0"/>
                <a:cs typeface="Poppins" panose="00000500000000000000" pitchFamily="2" charset="0"/>
              </a:rPr>
              <a:t>Color Palette</a:t>
            </a:r>
          </a:p>
        </p:txBody>
      </p:sp>
      <p:pic>
        <p:nvPicPr>
          <p:cNvPr id="69" name="Untitled video - Made with Clipchamp (12)">
            <a:hlinkClick r:id="" action="ppaction://media"/>
            <a:extLst>
              <a:ext uri="{FF2B5EF4-FFF2-40B4-BE49-F238E27FC236}">
                <a16:creationId xmlns:a16="http://schemas.microsoft.com/office/drawing/2014/main" id="{369770DD-9A00-4044-823D-798DC026AEBE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 rotWithShape="1">
          <a:blip r:embed="rId35"/>
          <a:srcRect l="36570" t="-860" r="36732" b="-610"/>
          <a:stretch/>
        </p:blipFill>
        <p:spPr>
          <a:xfrm>
            <a:off x="12567137" y="571500"/>
            <a:ext cx="2673461" cy="57150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4074710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900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20000">
                <p:cTn id="22" repeatCount="indefinite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1" fill="hold"/>
                                        <p:tgtEl>
                                          <p:spTgt spid="1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video>
              <p:cMediaNode vol="80000">
                <p:cTn id="28" repeatCount="indefinite" fill="hold" display="0">
                  <p:stCondLst>
                    <p:cond delay="indefinite"/>
                  </p:stCondLst>
                </p:cTn>
                <p:tgtEl>
                  <p:spTgt spid="69"/>
                </p:tgtEl>
              </p:cMediaNode>
            </p:video>
          </p:childTnLst>
        </p:cTn>
      </p:par>
    </p:tnLst>
    <p:bldLst>
      <p:bldP spid="87" grpId="0"/>
      <p:bldP spid="89" grpId="0"/>
      <p:bldP spid="93" grpId="0"/>
      <p:bldP spid="97" grpId="0"/>
      <p:bldP spid="102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8F9E4B60-7048-D06F-5AC6-F2617F40E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59DBAD6F-C127-4132-9486-0992DDB7A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5" y="3501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A11A0E75-04E7-473D-8494-D67554C0B19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16682" y="2362219"/>
            <a:ext cx="304762" cy="30476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B3EF95C-F24E-4F7C-807F-47C4962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68" name="Untitled video - Made with Clipchamp (11)">
            <a:hlinkClick r:id="" action="ppaction://media"/>
            <a:extLst>
              <a:ext uri="{FF2B5EF4-FFF2-40B4-BE49-F238E27FC236}">
                <a16:creationId xmlns:a16="http://schemas.microsoft.com/office/drawing/2014/main" id="{A8C23D67-5D47-4D62-99FF-F3F31DDBCA0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13"/>
          <a:srcRect l="36764" t="559" r="36465" b="305"/>
          <a:stretch/>
        </p:blipFill>
        <p:spPr>
          <a:xfrm>
            <a:off x="12648040" y="580644"/>
            <a:ext cx="2735046" cy="5696712"/>
          </a:xfrm>
          <a:prstGeom prst="roundRect">
            <a:avLst/>
          </a:prstGeom>
        </p:spPr>
      </p:pic>
      <p:pic>
        <p:nvPicPr>
          <p:cNvPr id="67" name="Untitled video - Made with Clipchamp (12)">
            <a:hlinkClick r:id="" action="ppaction://media"/>
            <a:extLst>
              <a:ext uri="{FF2B5EF4-FFF2-40B4-BE49-F238E27FC236}">
                <a16:creationId xmlns:a16="http://schemas.microsoft.com/office/drawing/2014/main" id="{D1B97148-1952-4C93-8ACC-8B34A6C8FCCD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 rotWithShape="1">
          <a:blip r:embed="rId14"/>
          <a:srcRect l="36570" t="-860" r="36732" b="-610"/>
          <a:stretch/>
        </p:blipFill>
        <p:spPr>
          <a:xfrm>
            <a:off x="8726657" y="571500"/>
            <a:ext cx="2673461" cy="5715000"/>
          </a:xfrm>
          <a:prstGeom prst="roundRect">
            <a:avLst/>
          </a:prstGeom>
        </p:spPr>
      </p:pic>
      <p:pic>
        <p:nvPicPr>
          <p:cNvPr id="69" name="Untitled video - Made with Clipchamp (13)">
            <a:hlinkClick r:id="" action="ppaction://media"/>
            <a:extLst>
              <a:ext uri="{FF2B5EF4-FFF2-40B4-BE49-F238E27FC236}">
                <a16:creationId xmlns:a16="http://schemas.microsoft.com/office/drawing/2014/main" id="{5A94ADEA-EE7B-49BA-944B-1F48F8751F27}"/>
              </a:ext>
            </a:extLst>
          </p:cNvPr>
          <p:cNvPicPr>
            <a:picLocks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 rotWithShape="1">
          <a:blip r:embed="rId15"/>
          <a:srcRect l="36457" r="36832"/>
          <a:stretch/>
        </p:blipFill>
        <p:spPr>
          <a:xfrm>
            <a:off x="12597236" y="571500"/>
            <a:ext cx="2743200" cy="5715000"/>
          </a:xfrm>
          <a:prstGeom prst="roundRect">
            <a:avLst/>
          </a:prstGeom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9FB7B9F5-F0F0-473C-B578-8F25CB1B117C}"/>
              </a:ext>
            </a:extLst>
          </p:cNvPr>
          <p:cNvGrpSpPr/>
          <p:nvPr/>
        </p:nvGrpSpPr>
        <p:grpSpPr>
          <a:xfrm>
            <a:off x="1246011" y="2118757"/>
            <a:ext cx="2007637" cy="1098838"/>
            <a:chOff x="1012833" y="2118757"/>
            <a:chExt cx="2007637" cy="1098838"/>
          </a:xfrm>
        </p:grpSpPr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269412A6-0787-46B4-83C4-C59740B7F486}"/>
                </a:ext>
              </a:extLst>
            </p:cNvPr>
            <p:cNvSpPr/>
            <p:nvPr/>
          </p:nvSpPr>
          <p:spPr>
            <a:xfrm>
              <a:off x="1012833" y="2118757"/>
              <a:ext cx="1100181" cy="1098838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solidFill>
                    <a:schemeClr val="tx1"/>
                  </a:solidFill>
                </a:rPr>
                <a:t>#FFFFFF</a:t>
              </a:r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E6901A44-A923-4682-B609-1EC7C14C431F}"/>
                </a:ext>
              </a:extLst>
            </p:cNvPr>
            <p:cNvSpPr/>
            <p:nvPr/>
          </p:nvSpPr>
          <p:spPr>
            <a:xfrm>
              <a:off x="1920289" y="2118757"/>
              <a:ext cx="1100181" cy="1098838"/>
            </a:xfrm>
            <a:prstGeom prst="ellipse">
              <a:avLst/>
            </a:prstGeom>
            <a:solidFill>
              <a:srgbClr val="FAF6FF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solidFill>
                    <a:schemeClr val="tx1"/>
                  </a:solidFill>
                </a:rPr>
                <a:t>#FAF6FF</a:t>
              </a:r>
            </a:p>
          </p:txBody>
        </p:sp>
      </p:grpSp>
      <p:sp>
        <p:nvSpPr>
          <p:cNvPr id="73" name="TextBox 72">
            <a:extLst>
              <a:ext uri="{FF2B5EF4-FFF2-40B4-BE49-F238E27FC236}">
                <a16:creationId xmlns:a16="http://schemas.microsoft.com/office/drawing/2014/main" id="{05D6E812-B657-42BE-A351-172514FB0B07}"/>
              </a:ext>
            </a:extLst>
          </p:cNvPr>
          <p:cNvSpPr txBox="1"/>
          <p:nvPr/>
        </p:nvSpPr>
        <p:spPr>
          <a:xfrm>
            <a:off x="1012836" y="1430757"/>
            <a:ext cx="24739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Primary Colors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5DF13832-F14F-4711-9A2B-EE72C64E4E59}"/>
              </a:ext>
            </a:extLst>
          </p:cNvPr>
          <p:cNvGrpSpPr/>
          <p:nvPr/>
        </p:nvGrpSpPr>
        <p:grpSpPr>
          <a:xfrm>
            <a:off x="4215504" y="2118757"/>
            <a:ext cx="3784381" cy="1098838"/>
            <a:chOff x="3939996" y="2118757"/>
            <a:chExt cx="3784381" cy="1098838"/>
          </a:xfrm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70D6A99B-9127-4CE9-B3ED-64A3B8CE5661}"/>
                </a:ext>
              </a:extLst>
            </p:cNvPr>
            <p:cNvSpPr/>
            <p:nvPr/>
          </p:nvSpPr>
          <p:spPr>
            <a:xfrm>
              <a:off x="3939996" y="2118757"/>
              <a:ext cx="1100181" cy="1098838"/>
            </a:xfrm>
            <a:prstGeom prst="ellipse">
              <a:avLst/>
            </a:prstGeom>
            <a:solidFill>
              <a:srgbClr val="F5FFF7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solidFill>
                    <a:schemeClr val="tx1"/>
                  </a:solidFill>
                </a:rPr>
                <a:t>#F5FFF7</a:t>
              </a:r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B690A414-3CCD-429C-B2AE-06F0049F0C8B}"/>
                </a:ext>
              </a:extLst>
            </p:cNvPr>
            <p:cNvSpPr/>
            <p:nvPr/>
          </p:nvSpPr>
          <p:spPr>
            <a:xfrm>
              <a:off x="4820904" y="2118757"/>
              <a:ext cx="1100181" cy="1098838"/>
            </a:xfrm>
            <a:prstGeom prst="ellipse">
              <a:avLst/>
            </a:prstGeom>
            <a:solidFill>
              <a:srgbClr val="ECF3FF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solidFill>
                    <a:schemeClr val="tx1"/>
                  </a:solidFill>
                </a:rPr>
                <a:t>#ECF3FF</a:t>
              </a: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09E0F1B2-F9AD-4374-8BF6-2390834522CD}"/>
                </a:ext>
              </a:extLst>
            </p:cNvPr>
            <p:cNvSpPr/>
            <p:nvPr/>
          </p:nvSpPr>
          <p:spPr>
            <a:xfrm>
              <a:off x="5707946" y="2118757"/>
              <a:ext cx="1098838" cy="1098838"/>
            </a:xfrm>
            <a:prstGeom prst="ellipse">
              <a:avLst/>
            </a:prstGeom>
            <a:solidFill>
              <a:srgbClr val="FFD6D6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50" dirty="0">
                  <a:solidFill>
                    <a:schemeClr val="tx1"/>
                  </a:solidFill>
                </a:rPr>
                <a:t>#FFD6D6</a:t>
              </a:r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8B3928FB-A178-4F34-BABE-9A964785B0A9}"/>
                </a:ext>
              </a:extLst>
            </p:cNvPr>
            <p:cNvSpPr/>
            <p:nvPr/>
          </p:nvSpPr>
          <p:spPr>
            <a:xfrm>
              <a:off x="6624196" y="2118757"/>
              <a:ext cx="1100181" cy="1098838"/>
            </a:xfrm>
            <a:prstGeom prst="ellipse">
              <a:avLst/>
            </a:prstGeom>
            <a:solidFill>
              <a:schemeClr val="tx1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/>
                <a:t>#000000</a:t>
              </a:r>
            </a:p>
          </p:txBody>
        </p:sp>
      </p:grpSp>
      <p:sp>
        <p:nvSpPr>
          <p:cNvPr id="79" name="TextBox 78">
            <a:extLst>
              <a:ext uri="{FF2B5EF4-FFF2-40B4-BE49-F238E27FC236}">
                <a16:creationId xmlns:a16="http://schemas.microsoft.com/office/drawing/2014/main" id="{BB39F7ED-C271-453B-B003-951391D3B532}"/>
              </a:ext>
            </a:extLst>
          </p:cNvPr>
          <p:cNvSpPr txBox="1"/>
          <p:nvPr/>
        </p:nvSpPr>
        <p:spPr>
          <a:xfrm>
            <a:off x="4835141" y="1430757"/>
            <a:ext cx="2545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Secondary Colors</a:t>
            </a: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729F7138-12DC-438C-8896-FFA510A9FE14}"/>
              </a:ext>
            </a:extLst>
          </p:cNvPr>
          <p:cNvGrpSpPr/>
          <p:nvPr/>
        </p:nvGrpSpPr>
        <p:grpSpPr>
          <a:xfrm>
            <a:off x="744684" y="4549695"/>
            <a:ext cx="3010291" cy="1098838"/>
            <a:chOff x="675676" y="4549695"/>
            <a:chExt cx="3010291" cy="1098838"/>
          </a:xfrm>
        </p:grpSpPr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663C72C8-01E0-4B99-983D-D62EEAA86918}"/>
                </a:ext>
              </a:extLst>
            </p:cNvPr>
            <p:cNvSpPr/>
            <p:nvPr/>
          </p:nvSpPr>
          <p:spPr>
            <a:xfrm>
              <a:off x="675676" y="4549695"/>
              <a:ext cx="1100181" cy="1098838"/>
            </a:xfrm>
            <a:prstGeom prst="ellipse">
              <a:avLst/>
            </a:prstGeom>
            <a:solidFill>
              <a:srgbClr val="FAF6FF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solidFill>
                    <a:schemeClr val="tx1"/>
                  </a:solidFill>
                </a:rPr>
                <a:t>#FAF6FF</a:t>
              </a:r>
              <a:endParaRPr lang="en-US" sz="1300" dirty="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59D296F2-9C3C-463C-BC48-0A34DB9FD41E}"/>
                </a:ext>
              </a:extLst>
            </p:cNvPr>
            <p:cNvSpPr/>
            <p:nvPr/>
          </p:nvSpPr>
          <p:spPr>
            <a:xfrm>
              <a:off x="1590485" y="4549695"/>
              <a:ext cx="1100181" cy="1098838"/>
            </a:xfrm>
            <a:prstGeom prst="ellipse">
              <a:avLst/>
            </a:prstGeom>
            <a:solidFill>
              <a:srgbClr val="F5FFF7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solidFill>
                    <a:schemeClr val="tx1"/>
                  </a:solidFill>
                </a:rPr>
                <a:t>#F5FFF7</a:t>
              </a:r>
              <a:endParaRPr lang="en-US" sz="1300" dirty="0">
                <a:solidFill>
                  <a:schemeClr val="bg1"/>
                </a:solidFill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6EB39FC4-A7B2-4A2C-AA2E-056022087F8D}"/>
                </a:ext>
              </a:extLst>
            </p:cNvPr>
            <p:cNvSpPr/>
            <p:nvPr/>
          </p:nvSpPr>
          <p:spPr>
            <a:xfrm>
              <a:off x="2585786" y="4549695"/>
              <a:ext cx="1100181" cy="1098838"/>
            </a:xfrm>
            <a:prstGeom prst="ellipse">
              <a:avLst/>
            </a:prstGeom>
            <a:solidFill>
              <a:schemeClr val="bg1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solidFill>
                    <a:schemeClr val="tx1"/>
                  </a:solidFill>
                </a:rPr>
                <a:t>#FFFFFF</a:t>
              </a:r>
            </a:p>
          </p:txBody>
        </p:sp>
      </p:grpSp>
      <p:sp>
        <p:nvSpPr>
          <p:cNvPr id="100" name="TextBox 99">
            <a:extLst>
              <a:ext uri="{FF2B5EF4-FFF2-40B4-BE49-F238E27FC236}">
                <a16:creationId xmlns:a16="http://schemas.microsoft.com/office/drawing/2014/main" id="{397CDB07-1AE4-4438-B606-1BA741C72689}"/>
              </a:ext>
            </a:extLst>
          </p:cNvPr>
          <p:cNvSpPr txBox="1"/>
          <p:nvPr/>
        </p:nvSpPr>
        <p:spPr>
          <a:xfrm>
            <a:off x="1012836" y="3918806"/>
            <a:ext cx="24739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Backgrounds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E7F339C0-9FA8-484E-9B08-0C642E50046A}"/>
              </a:ext>
            </a:extLst>
          </p:cNvPr>
          <p:cNvGrpSpPr/>
          <p:nvPr/>
        </p:nvGrpSpPr>
        <p:grpSpPr>
          <a:xfrm>
            <a:off x="4654310" y="4581943"/>
            <a:ext cx="2906769" cy="1098838"/>
            <a:chOff x="4866440" y="4577343"/>
            <a:chExt cx="2906769" cy="1098838"/>
          </a:xfrm>
        </p:grpSpPr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0F9B13D8-4571-4DC5-B4EA-726908DC5172}"/>
                </a:ext>
              </a:extLst>
            </p:cNvPr>
            <p:cNvSpPr/>
            <p:nvPr/>
          </p:nvSpPr>
          <p:spPr>
            <a:xfrm>
              <a:off x="4866440" y="4577343"/>
              <a:ext cx="1100181" cy="1098838"/>
            </a:xfrm>
            <a:prstGeom prst="ellipse">
              <a:avLst/>
            </a:prstGeom>
            <a:solidFill>
              <a:schemeClr val="tx1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/>
                <a:t>#000000</a:t>
              </a:r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1BE1EFD5-7621-4FFC-8A30-E0C1D59705AF}"/>
                </a:ext>
              </a:extLst>
            </p:cNvPr>
            <p:cNvSpPr/>
            <p:nvPr/>
          </p:nvSpPr>
          <p:spPr>
            <a:xfrm>
              <a:off x="5807128" y="4577343"/>
              <a:ext cx="1100181" cy="1098838"/>
            </a:xfrm>
            <a:prstGeom prst="ellipse">
              <a:avLst/>
            </a:prstGeom>
            <a:solidFill>
              <a:srgbClr val="6767F7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solidFill>
                    <a:schemeClr val="bg1"/>
                  </a:solidFill>
                </a:rPr>
                <a:t>#6767F7</a:t>
              </a:r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575AA31E-187B-4D83-A122-A2F19384709D}"/>
                </a:ext>
              </a:extLst>
            </p:cNvPr>
            <p:cNvSpPr/>
            <p:nvPr/>
          </p:nvSpPr>
          <p:spPr>
            <a:xfrm>
              <a:off x="6673028" y="4577343"/>
              <a:ext cx="1100181" cy="1098838"/>
            </a:xfrm>
            <a:prstGeom prst="ellipse">
              <a:avLst/>
            </a:prstGeom>
            <a:solidFill>
              <a:srgbClr val="7F7F7F"/>
            </a:solidFill>
            <a:ln w="6350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300" dirty="0">
                  <a:solidFill>
                    <a:schemeClr val="bg1"/>
                  </a:solidFill>
                </a:rPr>
                <a:t>#7F7F7F</a:t>
              </a:r>
            </a:p>
          </p:txBody>
        </p: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A8C398A0-EBF1-4E40-965F-DE2D6B20F3EB}"/>
              </a:ext>
            </a:extLst>
          </p:cNvPr>
          <p:cNvSpPr txBox="1"/>
          <p:nvPr/>
        </p:nvSpPr>
        <p:spPr>
          <a:xfrm>
            <a:off x="4870701" y="3887331"/>
            <a:ext cx="24739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Poppins" panose="00000500000000000000" pitchFamily="2" charset="0"/>
                <a:cs typeface="Poppins" panose="00000500000000000000" pitchFamily="2" charset="0"/>
              </a:rPr>
              <a:t>Icons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12D658A-2225-4C4A-91C3-AC77B23F14CD}"/>
              </a:ext>
            </a:extLst>
          </p:cNvPr>
          <p:cNvSpPr txBox="1"/>
          <p:nvPr/>
        </p:nvSpPr>
        <p:spPr>
          <a:xfrm>
            <a:off x="1756224" y="387782"/>
            <a:ext cx="57961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Poppins" panose="00000500000000000000" pitchFamily="2" charset="0"/>
                <a:cs typeface="Poppins" panose="00000500000000000000" pitchFamily="2" charset="0"/>
              </a:rPr>
              <a:t>Color Palette</a:t>
            </a:r>
          </a:p>
        </p:txBody>
      </p:sp>
      <p:pic>
        <p:nvPicPr>
          <p:cNvPr id="109" name="Untitled video - Made with Clipchamp (8)">
            <a:hlinkClick r:id="" action="ppaction://media"/>
            <a:extLst>
              <a:ext uri="{FF2B5EF4-FFF2-40B4-BE49-F238E27FC236}">
                <a16:creationId xmlns:a16="http://schemas.microsoft.com/office/drawing/2014/main" id="{08F027B5-3DA5-4676-8384-D61874C323AE}"/>
              </a:ext>
            </a:extLst>
          </p:cNvPr>
          <p:cNvPicPr>
            <a:picLocks noChangeAspect="1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 rotWithShape="1">
          <a:blip r:embed="rId16">
            <a:lum/>
          </a:blip>
          <a:srcRect l="36155" t="-1080" r="36365" b="-791"/>
          <a:stretch/>
        </p:blipFill>
        <p:spPr>
          <a:xfrm>
            <a:off x="12787228" y="582538"/>
            <a:ext cx="2743200" cy="5692924"/>
          </a:xfrm>
          <a:prstGeom prst="roundRect">
            <a:avLst/>
          </a:prstGeom>
          <a:ln w="38100" cap="sq" cmpd="sng">
            <a:noFill/>
          </a:ln>
        </p:spPr>
      </p:pic>
    </p:spTree>
    <p:extLst>
      <p:ext uri="{BB962C8B-B14F-4D97-AF65-F5344CB8AC3E}">
        <p14:creationId xmlns:p14="http://schemas.microsoft.com/office/powerpoint/2010/main" val="29480719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86" fill="hold"/>
                                        <p:tgtEl>
                                          <p:spTgt spid="6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686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3900" fill="hold"/>
                                        <p:tgtEl>
                                          <p:spTgt spid="10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hold" display="0">
                  <p:stCondLst>
                    <p:cond delay="indefinite"/>
                  </p:stCondLst>
                </p:cTn>
                <p:tgtEl>
                  <p:spTgt spid="68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6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6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7"/>
                  </p:tgtEl>
                </p:cond>
              </p:nextCondLst>
            </p:seq>
            <p:video>
              <p:cMediaNode vol="80000">
                <p:cTn id="16" repeatCount="indefinite" fill="hold" display="0">
                  <p:stCondLst>
                    <p:cond delay="indefinite"/>
                  </p:stCondLst>
                </p:cTn>
                <p:tgtEl>
                  <p:spTgt spid="67"/>
                </p:tgtEl>
              </p:cMediaNode>
            </p:video>
            <p:video>
              <p:cMediaNode vol="80000">
                <p:cTn id="17" repeatCount="indefinite" fill="hold" display="0">
                  <p:stCondLst>
                    <p:cond delay="indefinite"/>
                  </p:stCondLst>
                </p:cTn>
                <p:tgtEl>
                  <p:spTgt spid="69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10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video>
              <p:cMediaNode vol="20000">
                <p:cTn id="23" repeatCount="indefinite" fill="hold" display="0">
                  <p:stCondLst>
                    <p:cond delay="indefinite"/>
                  </p:stCondLst>
                </p:cTn>
                <p:tgtEl>
                  <p:spTgt spid="109"/>
                </p:tgtEl>
              </p:cMediaNode>
            </p:video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8F9E4B60-7048-D06F-5AC6-F2617F40E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59DBAD6F-C127-4132-9486-0992DDB7A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25" y="3501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" name="Picture 109">
            <a:extLst>
              <a:ext uri="{FF2B5EF4-FFF2-40B4-BE49-F238E27FC236}">
                <a16:creationId xmlns:a16="http://schemas.microsoft.com/office/drawing/2014/main" id="{A11A0E75-04E7-473D-8494-D67554C0B1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16682" y="2362219"/>
            <a:ext cx="304762" cy="304762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6B3EF95C-F24E-4F7C-807F-47C4962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E9774276-2B74-480D-8B88-B619FEBEF769}"/>
              </a:ext>
            </a:extLst>
          </p:cNvPr>
          <p:cNvSpPr txBox="1"/>
          <p:nvPr/>
        </p:nvSpPr>
        <p:spPr>
          <a:xfrm>
            <a:off x="1756224" y="387782"/>
            <a:ext cx="57961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Poppins" panose="00000500000000000000" pitchFamily="2" charset="0"/>
                <a:cs typeface="Poppins" panose="00000500000000000000" pitchFamily="2" charset="0"/>
              </a:rPr>
              <a:t>Typography</a:t>
            </a:r>
          </a:p>
        </p:txBody>
      </p:sp>
      <p:pic>
        <p:nvPicPr>
          <p:cNvPr id="69" name="Untitled video - Made with Clipchamp (12)">
            <a:hlinkClick r:id="" action="ppaction://media"/>
            <a:extLst>
              <a:ext uri="{FF2B5EF4-FFF2-40B4-BE49-F238E27FC236}">
                <a16:creationId xmlns:a16="http://schemas.microsoft.com/office/drawing/2014/main" id="{CAC01167-B135-4191-AD64-979D532F53E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9"/>
          <a:srcRect l="36570" t="-860" r="36732" b="-610"/>
          <a:stretch/>
        </p:blipFill>
        <p:spPr>
          <a:xfrm>
            <a:off x="12337359" y="571500"/>
            <a:ext cx="2673461" cy="5715000"/>
          </a:xfrm>
          <a:prstGeom prst="roundRect">
            <a:avLst/>
          </a:prstGeom>
        </p:spPr>
      </p:pic>
      <p:pic>
        <p:nvPicPr>
          <p:cNvPr id="70" name="Untitled video - Made with Clipchamp (13)">
            <a:hlinkClick r:id="" action="ppaction://media"/>
            <a:extLst>
              <a:ext uri="{FF2B5EF4-FFF2-40B4-BE49-F238E27FC236}">
                <a16:creationId xmlns:a16="http://schemas.microsoft.com/office/drawing/2014/main" id="{5695BF8C-C44A-4D3F-95D0-C520AFFC2763}"/>
              </a:ext>
            </a:extLst>
          </p:cNvPr>
          <p:cNvPicPr>
            <a:picLocks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 rotWithShape="1">
          <a:blip r:embed="rId10"/>
          <a:srcRect l="36457" r="36832"/>
          <a:stretch/>
        </p:blipFill>
        <p:spPr>
          <a:xfrm>
            <a:off x="8970116" y="571500"/>
            <a:ext cx="2743200" cy="5715000"/>
          </a:xfrm>
          <a:prstGeom prst="round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8CC3728-6753-439E-8BFF-2F985DFA376A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288" y="1804042"/>
            <a:ext cx="7385466" cy="3844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144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53" fill="hold"/>
                                        <p:tgtEl>
                                          <p:spTgt spid="7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2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hold" display="0">
                  <p:stCondLst>
                    <p:cond delay="indefinite"/>
                  </p:stCondLst>
                </p:cTn>
                <p:tgtEl>
                  <p:spTgt spid="69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7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video>
              <p:cMediaNode vol="80000">
                <p:cTn id="16" repeatCount="indefinite" fill="hold" display="0">
                  <p:stCondLst>
                    <p:cond delay="indefinite"/>
                  </p:stCondLst>
                </p:cTn>
                <p:tgtEl>
                  <p:spTgt spid="70"/>
                </p:tgtEl>
              </p:cMediaNode>
            </p:video>
          </p:childTnLst>
        </p:cTn>
      </p:par>
    </p:tnLst>
    <p:bldLst>
      <p:bldP spid="102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D79C61F-0E9D-B426-F07E-67C71CF5A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C26720F-0A21-4043-858D-091E96693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6BB39F-0124-42C8-A1B2-F865D0BEB6E9}"/>
              </a:ext>
            </a:extLst>
          </p:cNvPr>
          <p:cNvSpPr txBox="1"/>
          <p:nvPr/>
        </p:nvSpPr>
        <p:spPr>
          <a:xfrm>
            <a:off x="2035669" y="3059668"/>
            <a:ext cx="81206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200" b="1" dirty="0">
                <a:latin typeface="Poppins" panose="00000500000000000000" pitchFamily="2" charset="0"/>
                <a:cs typeface="Poppins" panose="00000500000000000000" pitchFamily="2" charset="0"/>
              </a:rPr>
              <a:t>Implementation</a:t>
            </a:r>
            <a:r>
              <a:rPr lang="en-US" sz="3800" b="1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88016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D79C61F-0E9D-B426-F07E-67C71CF5A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C26720F-0A21-4043-858D-091E96693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6BB39F-0124-42C8-A1B2-F865D0BEB6E9}"/>
              </a:ext>
            </a:extLst>
          </p:cNvPr>
          <p:cNvSpPr txBox="1"/>
          <p:nvPr/>
        </p:nvSpPr>
        <p:spPr>
          <a:xfrm>
            <a:off x="2035669" y="249933"/>
            <a:ext cx="81206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Demo</a:t>
            </a:r>
          </a:p>
        </p:txBody>
      </p:sp>
      <p:pic>
        <p:nvPicPr>
          <p:cNvPr id="3" name="video_2024-06-30_15-52-01">
            <a:hlinkClick r:id="" action="ppaction://media"/>
            <a:extLst>
              <a:ext uri="{FF2B5EF4-FFF2-40B4-BE49-F238E27FC236}">
                <a16:creationId xmlns:a16="http://schemas.microsoft.com/office/drawing/2014/main" id="{88490DB9-B2A8-40D2-8293-49B1EA22BFB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88338" y="939959"/>
            <a:ext cx="11415324" cy="5510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710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175217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  <p:bldLst>
      <p:bldP spid="4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D79C61F-0E9D-B426-F07E-67C71CF5A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C26720F-0A21-4043-858D-091E96693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6BB39F-0124-42C8-A1B2-F865D0BEB6E9}"/>
              </a:ext>
            </a:extLst>
          </p:cNvPr>
          <p:cNvSpPr txBox="1"/>
          <p:nvPr/>
        </p:nvSpPr>
        <p:spPr>
          <a:xfrm>
            <a:off x="2035669" y="249933"/>
            <a:ext cx="812066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Website</a:t>
            </a:r>
          </a:p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Summary Page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EC854D-E790-4EA2-8EA3-EE9AC213B9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935" y="1050152"/>
            <a:ext cx="8190130" cy="1040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348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D79C61F-0E9D-B426-F07E-67C71CF5A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C26720F-0A21-4043-858D-091E96693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6BB39F-0124-42C8-A1B2-F865D0BEB6E9}"/>
              </a:ext>
            </a:extLst>
          </p:cNvPr>
          <p:cNvSpPr txBox="1"/>
          <p:nvPr/>
        </p:nvSpPr>
        <p:spPr>
          <a:xfrm>
            <a:off x="2035669" y="249933"/>
            <a:ext cx="812066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Website</a:t>
            </a:r>
          </a:p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Summary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EC854D-E790-4EA2-8EA3-EE9AC213B9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935" y="-3370423"/>
            <a:ext cx="8190130" cy="1040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634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D79C61F-0E9D-B426-F07E-67C71CF5A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C26720F-0A21-4043-858D-091E96693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6BB39F-0124-42C8-A1B2-F865D0BEB6E9}"/>
              </a:ext>
            </a:extLst>
          </p:cNvPr>
          <p:cNvSpPr txBox="1"/>
          <p:nvPr/>
        </p:nvSpPr>
        <p:spPr>
          <a:xfrm>
            <a:off x="2035669" y="249933"/>
            <a:ext cx="812066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Website</a:t>
            </a:r>
          </a:p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Schedule Page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AD0957-BBBD-4CCF-83BC-A3695A81F1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161" y="1050152"/>
            <a:ext cx="11346320" cy="5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3775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D79C61F-0E9D-B426-F07E-67C71CF5A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C26720F-0A21-4043-858D-091E96693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6BB39F-0124-42C8-A1B2-F865D0BEB6E9}"/>
              </a:ext>
            </a:extLst>
          </p:cNvPr>
          <p:cNvSpPr txBox="1"/>
          <p:nvPr/>
        </p:nvSpPr>
        <p:spPr>
          <a:xfrm>
            <a:off x="2035669" y="249933"/>
            <a:ext cx="812066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Website</a:t>
            </a:r>
          </a:p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Patients Page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29ECC4-FC99-4F9C-8E84-4AB4D076A6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313" y="1300085"/>
            <a:ext cx="11378015" cy="509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643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D79C61F-0E9D-B426-F07E-67C71CF5A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C26720F-0A21-4043-858D-091E96693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6BB39F-0124-42C8-A1B2-F865D0BEB6E9}"/>
              </a:ext>
            </a:extLst>
          </p:cNvPr>
          <p:cNvSpPr txBox="1"/>
          <p:nvPr/>
        </p:nvSpPr>
        <p:spPr>
          <a:xfrm>
            <a:off x="2035669" y="249933"/>
            <a:ext cx="812066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Website</a:t>
            </a:r>
          </a:p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Patients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7D79F7-F784-4E14-8AA9-76B55E61BC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4075" y="1135963"/>
            <a:ext cx="4884492" cy="1413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09517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D79C61F-0E9D-B426-F07E-67C71CF5A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C26720F-0A21-4043-858D-091E96693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6BB39F-0124-42C8-A1B2-F865D0BEB6E9}"/>
              </a:ext>
            </a:extLst>
          </p:cNvPr>
          <p:cNvSpPr txBox="1"/>
          <p:nvPr/>
        </p:nvSpPr>
        <p:spPr>
          <a:xfrm>
            <a:off x="2035669" y="249933"/>
            <a:ext cx="812066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Website</a:t>
            </a:r>
          </a:p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Patients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7D79F7-F784-4E14-8AA9-76B55E61BC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4075" y="-5030378"/>
            <a:ext cx="4884492" cy="1413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0616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D79C61F-0E9D-B426-F07E-67C71CF5A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C26720F-0A21-4043-858D-091E96693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6BB39F-0124-42C8-A1B2-F865D0BEB6E9}"/>
              </a:ext>
            </a:extLst>
          </p:cNvPr>
          <p:cNvSpPr txBox="1"/>
          <p:nvPr/>
        </p:nvSpPr>
        <p:spPr>
          <a:xfrm>
            <a:off x="2035669" y="249933"/>
            <a:ext cx="812066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Website</a:t>
            </a:r>
          </a:p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Patients Page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7D79F7-F784-4E14-8AA9-76B55E61BC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4075" y="-7492226"/>
            <a:ext cx="4884492" cy="14138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981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D79C61F-0E9D-B426-F07E-67C71CF5A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C26720F-0A21-4043-858D-091E96693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5345A1-CA73-4542-8478-54E81371C9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074" y="1249107"/>
            <a:ext cx="11590493" cy="500014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F48BDE3-62E3-4683-9AC6-6DD88E6B94F1}"/>
              </a:ext>
            </a:extLst>
          </p:cNvPr>
          <p:cNvSpPr txBox="1"/>
          <p:nvPr/>
        </p:nvSpPr>
        <p:spPr>
          <a:xfrm>
            <a:off x="1995055" y="224444"/>
            <a:ext cx="816127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Website</a:t>
            </a:r>
          </a:p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Clinics Page</a:t>
            </a:r>
          </a:p>
        </p:txBody>
      </p:sp>
    </p:spTree>
    <p:extLst>
      <p:ext uri="{BB962C8B-B14F-4D97-AF65-F5344CB8AC3E}">
        <p14:creationId xmlns:p14="http://schemas.microsoft.com/office/powerpoint/2010/main" val="982831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D79C61F-0E9D-B426-F07E-67C71CF5A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C26720F-0A21-4043-858D-091E96693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E49E7A-4FC8-4D80-BFC5-AE68022C43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105" y="1008039"/>
            <a:ext cx="10654431" cy="54145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0902E0-3E97-4D11-99FA-D725F7425D66}"/>
              </a:ext>
            </a:extLst>
          </p:cNvPr>
          <p:cNvSpPr txBox="1"/>
          <p:nvPr/>
        </p:nvSpPr>
        <p:spPr>
          <a:xfrm>
            <a:off x="1978429" y="207819"/>
            <a:ext cx="8177904" cy="800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Website</a:t>
            </a:r>
          </a:p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Add Clinic Page</a:t>
            </a:r>
          </a:p>
        </p:txBody>
      </p:sp>
    </p:spTree>
    <p:extLst>
      <p:ext uri="{BB962C8B-B14F-4D97-AF65-F5344CB8AC3E}">
        <p14:creationId xmlns:p14="http://schemas.microsoft.com/office/powerpoint/2010/main" val="17685431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D79C61F-0E9D-B426-F07E-67C71CF5A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C26720F-0A21-4043-858D-091E96693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D6BFFB-E697-405D-9EC6-2A4B0CEF8B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519" y="1295401"/>
            <a:ext cx="11110961" cy="473964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D5DDDA7-A349-4C21-8D48-5C2542F90DEC}"/>
              </a:ext>
            </a:extLst>
          </p:cNvPr>
          <p:cNvSpPr txBox="1"/>
          <p:nvPr/>
        </p:nvSpPr>
        <p:spPr>
          <a:xfrm>
            <a:off x="1995055" y="224444"/>
            <a:ext cx="816127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Website</a:t>
            </a:r>
          </a:p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Clinics Page</a:t>
            </a:r>
          </a:p>
        </p:txBody>
      </p:sp>
    </p:spTree>
    <p:extLst>
      <p:ext uri="{BB962C8B-B14F-4D97-AF65-F5344CB8AC3E}">
        <p14:creationId xmlns:p14="http://schemas.microsoft.com/office/powerpoint/2010/main" val="14755494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D79C61F-0E9D-B426-F07E-67C71CF5A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C26720F-0A21-4043-858D-091E96693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EF221B4-E3D8-4133-9717-C1E5D83D93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33" y="1259015"/>
            <a:ext cx="11892133" cy="51131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B75F047-4A36-41D4-9888-AF0EF8C1FA15}"/>
              </a:ext>
            </a:extLst>
          </p:cNvPr>
          <p:cNvSpPr txBox="1"/>
          <p:nvPr/>
        </p:nvSpPr>
        <p:spPr>
          <a:xfrm>
            <a:off x="1995055" y="224444"/>
            <a:ext cx="816127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</a:rPr>
              <a:t>Website</a:t>
            </a:r>
          </a:p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Doctor Profile Page</a:t>
            </a:r>
          </a:p>
        </p:txBody>
      </p:sp>
    </p:spTree>
    <p:extLst>
      <p:ext uri="{BB962C8B-B14F-4D97-AF65-F5344CB8AC3E}">
        <p14:creationId xmlns:p14="http://schemas.microsoft.com/office/powerpoint/2010/main" val="4243920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8B70DA53-DC3D-69A8-26F1-97EA79E97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AD3B26F1-7FFC-49FB-AA9A-B2423C828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B2E017-05B8-45FE-BD72-E9725A204233}"/>
              </a:ext>
            </a:extLst>
          </p:cNvPr>
          <p:cNvSpPr txBox="1"/>
          <p:nvPr/>
        </p:nvSpPr>
        <p:spPr>
          <a:xfrm>
            <a:off x="1244273" y="2534892"/>
            <a:ext cx="7050641" cy="378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333" b="1" dirty="0">
                <a:latin typeface="Poppins" panose="00000500000000000000" pitchFamily="2" charset="0"/>
                <a:cs typeface="Poppins" panose="00000500000000000000" pitchFamily="2" charset="0"/>
              </a:rPr>
              <a:t>07</a:t>
            </a:r>
          </a:p>
          <a:p>
            <a:r>
              <a:rPr lang="en-US" sz="5333" dirty="0">
                <a:latin typeface="Poppins" panose="00000500000000000000" pitchFamily="2" charset="0"/>
                <a:cs typeface="Poppins" panose="00000500000000000000" pitchFamily="2" charset="0"/>
              </a:rPr>
              <a:t>Future Work</a:t>
            </a:r>
          </a:p>
          <a:p>
            <a:endParaRPr lang="en-US" sz="9333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B4C204-EA39-43A5-AA78-4F463956033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64" r="34203"/>
          <a:stretch/>
        </p:blipFill>
        <p:spPr>
          <a:xfrm>
            <a:off x="4704080" y="6712715"/>
            <a:ext cx="2783841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61BD56-6AF6-4897-91F2-58FC07BF96B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15" r="34253"/>
          <a:stretch/>
        </p:blipFill>
        <p:spPr>
          <a:xfrm>
            <a:off x="7650480" y="7806566"/>
            <a:ext cx="278384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B1919A-529B-4E66-9E02-4DE72935973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67" r="34500"/>
          <a:stretch/>
        </p:blipFill>
        <p:spPr>
          <a:xfrm>
            <a:off x="1737360" y="7996304"/>
            <a:ext cx="27838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159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D79C61F-0E9D-B426-F07E-67C71CF5A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C26720F-0A21-4043-858D-091E96693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45339B-49FA-4934-8FCC-0203F0144D19}"/>
              </a:ext>
            </a:extLst>
          </p:cNvPr>
          <p:cNvSpPr txBox="1"/>
          <p:nvPr/>
        </p:nvSpPr>
        <p:spPr>
          <a:xfrm>
            <a:off x="451027" y="1270022"/>
            <a:ext cx="517814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1. </a:t>
            </a:r>
            <a:r>
              <a:rPr lang="en-US" sz="2000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Detection </a:t>
            </a:r>
            <a:r>
              <a:rPr lang="en-US" sz="2000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based on </a:t>
            </a:r>
            <a:r>
              <a:rPr lang="en-US" sz="2000" b="1" dirty="0">
                <a:solidFill>
                  <a:srgbClr val="9933FF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acne subtypes</a:t>
            </a:r>
            <a:r>
              <a:rPr lang="en-US" sz="2000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.</a:t>
            </a:r>
            <a:endParaRPr lang="ar-KW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02B85E-4525-4726-86E4-FABA3A12E607}"/>
              </a:ext>
            </a:extLst>
          </p:cNvPr>
          <p:cNvSpPr txBox="1"/>
          <p:nvPr/>
        </p:nvSpPr>
        <p:spPr>
          <a:xfrm>
            <a:off x="6562827" y="1270022"/>
            <a:ext cx="517814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2. </a:t>
            </a:r>
            <a:r>
              <a:rPr lang="en-US" sz="2000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Detection </a:t>
            </a:r>
            <a:r>
              <a:rPr lang="en-US" sz="2000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of </a:t>
            </a:r>
            <a:r>
              <a:rPr lang="en-US" sz="2000" b="1" dirty="0">
                <a:solidFill>
                  <a:srgbClr val="9933FF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combination skin</a:t>
            </a:r>
            <a:r>
              <a:rPr lang="en-US" sz="2000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.</a:t>
            </a:r>
            <a:endParaRPr lang="ar-KW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530CA6-90B0-47E0-9124-4248F8935EB4}"/>
              </a:ext>
            </a:extLst>
          </p:cNvPr>
          <p:cNvSpPr txBox="1"/>
          <p:nvPr/>
        </p:nvSpPr>
        <p:spPr>
          <a:xfrm>
            <a:off x="451027" y="1835531"/>
            <a:ext cx="51781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3. </a:t>
            </a:r>
            <a:r>
              <a:rPr lang="en-US" sz="2000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Streamline </a:t>
            </a:r>
            <a:r>
              <a:rPr lang="en-US" sz="2000" b="1" dirty="0">
                <a:solidFill>
                  <a:srgbClr val="9966FF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QR code </a:t>
            </a:r>
            <a:r>
              <a:rPr lang="en-US" sz="2000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for patient data access.</a:t>
            </a:r>
            <a:endParaRPr lang="ar-KW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EB92FC-8CF5-423F-8A09-CF1DBE87C3E4}"/>
              </a:ext>
            </a:extLst>
          </p:cNvPr>
          <p:cNvSpPr txBox="1"/>
          <p:nvPr/>
        </p:nvSpPr>
        <p:spPr>
          <a:xfrm>
            <a:off x="6562827" y="1835531"/>
            <a:ext cx="51781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4. </a:t>
            </a:r>
            <a:r>
              <a:rPr lang="en-US" sz="2000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Foster a collaborative </a:t>
            </a:r>
            <a:r>
              <a:rPr lang="en-US" sz="2000" b="1" dirty="0">
                <a:solidFill>
                  <a:srgbClr val="9933FF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skincare community</a:t>
            </a:r>
            <a:r>
              <a:rPr lang="en-US" sz="2000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.</a:t>
            </a:r>
            <a:endParaRPr lang="ar-KW" sz="2000" b="1" dirty="0">
              <a:solidFill>
                <a:srgbClr val="9933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A61F8B-2EC1-4BA7-BA08-477F110679AF}"/>
              </a:ext>
            </a:extLst>
          </p:cNvPr>
          <p:cNvSpPr txBox="1"/>
          <p:nvPr/>
        </p:nvSpPr>
        <p:spPr>
          <a:xfrm>
            <a:off x="451029" y="2714381"/>
            <a:ext cx="51781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5. </a:t>
            </a:r>
            <a:r>
              <a:rPr lang="en-US" sz="2000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Implement skincare </a:t>
            </a:r>
            <a:r>
              <a:rPr lang="en-US" sz="2000" b="1" dirty="0">
                <a:solidFill>
                  <a:srgbClr val="9933FF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Product scanner</a:t>
            </a:r>
            <a:r>
              <a:rPr lang="en-US" sz="2000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.</a:t>
            </a:r>
            <a:endParaRPr lang="ar-KW" sz="2000" b="1" dirty="0">
              <a:solidFill>
                <a:srgbClr val="9933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F1DEED-2136-4AB8-AC14-B5BD729114CA}"/>
              </a:ext>
            </a:extLst>
          </p:cNvPr>
          <p:cNvSpPr txBox="1"/>
          <p:nvPr/>
        </p:nvSpPr>
        <p:spPr>
          <a:xfrm>
            <a:off x="6603469" y="2714381"/>
            <a:ext cx="51781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6. </a:t>
            </a:r>
            <a:r>
              <a:rPr lang="en-US" sz="2000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Foster user engagement through </a:t>
            </a:r>
            <a:r>
              <a:rPr lang="en-US" sz="2000" b="1" dirty="0">
                <a:solidFill>
                  <a:srgbClr val="9966FF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streaks</a:t>
            </a:r>
            <a:r>
              <a:rPr lang="en-US" sz="2000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.</a:t>
            </a:r>
            <a:endParaRPr lang="ar-KW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C0C2DE-1FD3-43C3-8C44-82626604346E}"/>
              </a:ext>
            </a:extLst>
          </p:cNvPr>
          <p:cNvSpPr txBox="1"/>
          <p:nvPr/>
        </p:nvSpPr>
        <p:spPr>
          <a:xfrm>
            <a:off x="451028" y="3622057"/>
            <a:ext cx="5371801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7. </a:t>
            </a:r>
            <a:r>
              <a:rPr lang="en-US" sz="2000" b="1" dirty="0">
                <a:solidFill>
                  <a:srgbClr val="9933FF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Chatting</a:t>
            </a:r>
            <a:r>
              <a:rPr lang="en-US" sz="2000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and online communication</a:t>
            </a:r>
            <a:r>
              <a:rPr lang="en-US" sz="2000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.</a:t>
            </a:r>
            <a:endParaRPr lang="ar-KW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8C23E8-C905-42FC-8196-04D335B1D6D0}"/>
              </a:ext>
            </a:extLst>
          </p:cNvPr>
          <p:cNvSpPr txBox="1"/>
          <p:nvPr/>
        </p:nvSpPr>
        <p:spPr>
          <a:xfrm>
            <a:off x="6603469" y="3622057"/>
            <a:ext cx="517814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8. </a:t>
            </a:r>
            <a:r>
              <a:rPr lang="en-US" sz="2000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Implementing </a:t>
            </a:r>
            <a:r>
              <a:rPr lang="en-US" sz="2000" b="1" dirty="0">
                <a:solidFill>
                  <a:srgbClr val="9966FF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notifications</a:t>
            </a:r>
            <a:r>
              <a:rPr lang="en-US" sz="2000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.</a:t>
            </a:r>
            <a:endParaRPr lang="ar-KW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E8B1DC-4C8B-44E2-BC59-E107562C0A6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64" r="34203"/>
          <a:stretch/>
        </p:blipFill>
        <p:spPr>
          <a:xfrm>
            <a:off x="4704080" y="3908555"/>
            <a:ext cx="2783841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4A9B8DF-F21D-46C7-B189-108A051051F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15" r="34253"/>
          <a:stretch/>
        </p:blipFill>
        <p:spPr>
          <a:xfrm>
            <a:off x="7650480" y="3402206"/>
            <a:ext cx="2783840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F759A39-EF10-4852-B45F-55C08739840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67" r="34500"/>
          <a:stretch/>
        </p:blipFill>
        <p:spPr>
          <a:xfrm>
            <a:off x="1737360" y="3402206"/>
            <a:ext cx="278384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6BB39F-0124-42C8-A1B2-F865D0BEB6E9}"/>
              </a:ext>
            </a:extLst>
          </p:cNvPr>
          <p:cNvSpPr txBox="1"/>
          <p:nvPr/>
        </p:nvSpPr>
        <p:spPr>
          <a:xfrm>
            <a:off x="3040101" y="232585"/>
            <a:ext cx="615244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b="1" dirty="0">
                <a:latin typeface="Poppins" panose="00000500000000000000" pitchFamily="2" charset="0"/>
                <a:cs typeface="Poppins" panose="00000500000000000000" pitchFamily="2" charset="0"/>
              </a:rPr>
              <a:t>Future Work</a:t>
            </a:r>
          </a:p>
          <a:p>
            <a:pPr algn="ctr"/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(In Progress)</a:t>
            </a:r>
          </a:p>
        </p:txBody>
      </p:sp>
    </p:spTree>
    <p:extLst>
      <p:ext uri="{BB962C8B-B14F-4D97-AF65-F5344CB8AC3E}">
        <p14:creationId xmlns:p14="http://schemas.microsoft.com/office/powerpoint/2010/main" val="18667565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8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76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25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68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14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6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D79C61F-0E9D-B426-F07E-67C71CF5A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C26720F-0A21-4043-858D-091E96693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45339B-49FA-4934-8FCC-0203F0144D19}"/>
              </a:ext>
            </a:extLst>
          </p:cNvPr>
          <p:cNvSpPr txBox="1"/>
          <p:nvPr/>
        </p:nvSpPr>
        <p:spPr>
          <a:xfrm>
            <a:off x="451027" y="-2814298"/>
            <a:ext cx="517814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1. </a:t>
            </a:r>
            <a:r>
              <a:rPr lang="en-US" sz="2000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Detection </a:t>
            </a:r>
            <a:r>
              <a:rPr lang="en-US" sz="2000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based on </a:t>
            </a:r>
            <a:r>
              <a:rPr lang="en-US" sz="2000" b="1" dirty="0">
                <a:solidFill>
                  <a:srgbClr val="9933FF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acne subtypes</a:t>
            </a:r>
            <a:r>
              <a:rPr lang="en-US" sz="2000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.</a:t>
            </a:r>
            <a:endParaRPr lang="ar-KW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02B85E-4525-4726-86E4-FABA3A12E607}"/>
              </a:ext>
            </a:extLst>
          </p:cNvPr>
          <p:cNvSpPr txBox="1"/>
          <p:nvPr/>
        </p:nvSpPr>
        <p:spPr>
          <a:xfrm>
            <a:off x="6562827" y="-2814298"/>
            <a:ext cx="517814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2. </a:t>
            </a:r>
            <a:r>
              <a:rPr lang="en-US" sz="2000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Detection </a:t>
            </a:r>
            <a:r>
              <a:rPr lang="en-US" sz="2000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of </a:t>
            </a:r>
            <a:r>
              <a:rPr lang="en-US" sz="2000" b="1" dirty="0">
                <a:solidFill>
                  <a:srgbClr val="9933FF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combination skin</a:t>
            </a:r>
            <a:r>
              <a:rPr lang="en-US" sz="2000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.</a:t>
            </a:r>
            <a:endParaRPr lang="ar-KW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EB92FC-8CF5-423F-8A09-CF1DBE87C3E4}"/>
              </a:ext>
            </a:extLst>
          </p:cNvPr>
          <p:cNvSpPr txBox="1"/>
          <p:nvPr/>
        </p:nvSpPr>
        <p:spPr>
          <a:xfrm>
            <a:off x="6562827" y="-2248789"/>
            <a:ext cx="51781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4. </a:t>
            </a:r>
            <a:r>
              <a:rPr lang="en-US" sz="2000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Foster a collaborative </a:t>
            </a:r>
            <a:r>
              <a:rPr lang="en-US" sz="2000" b="1" dirty="0">
                <a:solidFill>
                  <a:srgbClr val="9933FF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skincare community</a:t>
            </a:r>
            <a:r>
              <a:rPr lang="en-US" sz="2000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.</a:t>
            </a:r>
            <a:endParaRPr lang="ar-KW" sz="2000" b="1" dirty="0">
              <a:solidFill>
                <a:srgbClr val="9933FF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A61F8B-2EC1-4BA7-BA08-477F110679AF}"/>
              </a:ext>
            </a:extLst>
          </p:cNvPr>
          <p:cNvSpPr txBox="1"/>
          <p:nvPr/>
        </p:nvSpPr>
        <p:spPr>
          <a:xfrm>
            <a:off x="451029" y="-1369939"/>
            <a:ext cx="51781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5. </a:t>
            </a:r>
            <a:r>
              <a:rPr lang="en-US" sz="2000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Implement skincare </a:t>
            </a:r>
            <a:r>
              <a:rPr lang="en-US" sz="2000" b="1" dirty="0">
                <a:solidFill>
                  <a:srgbClr val="9933FF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Product scanner</a:t>
            </a:r>
            <a:r>
              <a:rPr lang="en-US" sz="2000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.</a:t>
            </a:r>
            <a:endParaRPr lang="ar-KW" sz="2000" b="1" dirty="0">
              <a:solidFill>
                <a:srgbClr val="9933FF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F1DEED-2136-4AB8-AC14-B5BD729114CA}"/>
              </a:ext>
            </a:extLst>
          </p:cNvPr>
          <p:cNvSpPr txBox="1"/>
          <p:nvPr/>
        </p:nvSpPr>
        <p:spPr>
          <a:xfrm>
            <a:off x="6603469" y="-1369939"/>
            <a:ext cx="51781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6. </a:t>
            </a:r>
            <a:r>
              <a:rPr lang="en-US" sz="2000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Foster user engagement through </a:t>
            </a:r>
            <a:r>
              <a:rPr lang="en-US" sz="2000" b="1" dirty="0">
                <a:solidFill>
                  <a:srgbClr val="9966FF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streaks</a:t>
            </a:r>
            <a:r>
              <a:rPr lang="en-US" sz="2000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.</a:t>
            </a:r>
            <a:endParaRPr lang="ar-KW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C0C2DE-1FD3-43C3-8C44-82626604346E}"/>
              </a:ext>
            </a:extLst>
          </p:cNvPr>
          <p:cNvSpPr txBox="1"/>
          <p:nvPr/>
        </p:nvSpPr>
        <p:spPr>
          <a:xfrm>
            <a:off x="451028" y="-462263"/>
            <a:ext cx="5371801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7. </a:t>
            </a:r>
            <a:r>
              <a:rPr lang="en-US" sz="2000" b="1" dirty="0">
                <a:solidFill>
                  <a:srgbClr val="9933FF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Chatting</a:t>
            </a:r>
            <a:r>
              <a:rPr lang="en-US" sz="2000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 and online communication</a:t>
            </a:r>
            <a:r>
              <a:rPr lang="en-US" sz="2000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.</a:t>
            </a:r>
            <a:endParaRPr lang="ar-KW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8C23E8-C905-42FC-8196-04D335B1D6D0}"/>
              </a:ext>
            </a:extLst>
          </p:cNvPr>
          <p:cNvSpPr txBox="1"/>
          <p:nvPr/>
        </p:nvSpPr>
        <p:spPr>
          <a:xfrm>
            <a:off x="6603469" y="-462263"/>
            <a:ext cx="5178144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8. </a:t>
            </a:r>
            <a:r>
              <a:rPr lang="en-US" sz="2000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Implementing </a:t>
            </a:r>
            <a:r>
              <a:rPr lang="en-US" sz="2000" b="1" dirty="0">
                <a:solidFill>
                  <a:srgbClr val="9966FF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notifications</a:t>
            </a:r>
            <a:r>
              <a:rPr lang="en-US" sz="2000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.</a:t>
            </a:r>
            <a:endParaRPr lang="ar-KW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E8B1DC-4C8B-44E2-BC59-E107562C0A6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64" r="34203"/>
          <a:stretch/>
        </p:blipFill>
        <p:spPr>
          <a:xfrm>
            <a:off x="4704080" y="491366"/>
            <a:ext cx="2783841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4A9B8DF-F21D-46C7-B189-108A051051F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15" r="34253"/>
          <a:stretch/>
        </p:blipFill>
        <p:spPr>
          <a:xfrm>
            <a:off x="7650480" y="491366"/>
            <a:ext cx="2783840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F759A39-EF10-4852-B45F-55C08739840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67" r="34500"/>
          <a:stretch/>
        </p:blipFill>
        <p:spPr>
          <a:xfrm>
            <a:off x="1737360" y="491366"/>
            <a:ext cx="278384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4E5D43C-C1DD-46F5-AE52-AF2093B7C0CE}"/>
              </a:ext>
            </a:extLst>
          </p:cNvPr>
          <p:cNvSpPr txBox="1"/>
          <p:nvPr/>
        </p:nvSpPr>
        <p:spPr>
          <a:xfrm>
            <a:off x="3040101" y="232585"/>
            <a:ext cx="615244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b="1" dirty="0">
                <a:latin typeface="Poppins" panose="00000500000000000000" pitchFamily="2" charset="0"/>
                <a:cs typeface="Poppins" panose="00000500000000000000" pitchFamily="2" charset="0"/>
              </a:rPr>
              <a:t>Future Work</a:t>
            </a:r>
          </a:p>
          <a:p>
            <a:pPr algn="ctr"/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(In Progress)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889D1BE-1E15-487E-BFD2-0B7024AFFE6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9" t="11395" r="19899" b="36969"/>
          <a:stretch/>
        </p:blipFill>
        <p:spPr>
          <a:xfrm>
            <a:off x="1283142" y="6978190"/>
            <a:ext cx="9625716" cy="550401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485EAE7-9A6A-41D7-8F06-06842263C1E3}"/>
              </a:ext>
            </a:extLst>
          </p:cNvPr>
          <p:cNvSpPr txBox="1"/>
          <p:nvPr/>
        </p:nvSpPr>
        <p:spPr>
          <a:xfrm>
            <a:off x="451027" y="-2203069"/>
            <a:ext cx="517814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3. </a:t>
            </a:r>
            <a:r>
              <a:rPr lang="en-US" sz="2000" dirty="0">
                <a:solidFill>
                  <a:srgbClr val="000000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Streamline </a:t>
            </a:r>
            <a:r>
              <a:rPr lang="en-US" sz="2000" b="1" dirty="0">
                <a:solidFill>
                  <a:srgbClr val="9966FF"/>
                </a:solidFill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QR code </a:t>
            </a:r>
            <a:r>
              <a:rPr lang="en-US" sz="2000" dirty="0">
                <a:latin typeface="Poppins" panose="00000500000000000000" pitchFamily="2" charset="0"/>
                <a:ea typeface="Calibri" panose="020F0502020204030204" pitchFamily="34" charset="0"/>
                <a:cs typeface="Poppins" panose="00000500000000000000" pitchFamily="2" charset="0"/>
              </a:rPr>
              <a:t>for patient data access.</a:t>
            </a:r>
            <a:endParaRPr lang="ar-KW" sz="2000" dirty="0"/>
          </a:p>
        </p:txBody>
      </p:sp>
    </p:spTree>
    <p:extLst>
      <p:ext uri="{BB962C8B-B14F-4D97-AF65-F5344CB8AC3E}">
        <p14:creationId xmlns:p14="http://schemas.microsoft.com/office/powerpoint/2010/main" val="1039470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D79C61F-0E9D-B426-F07E-67C71CF5A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C26720F-0A21-4043-858D-091E96693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0E8B1DC-4C8B-44E2-BC59-E107562C0A6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64" r="34203"/>
          <a:stretch/>
        </p:blipFill>
        <p:spPr>
          <a:xfrm>
            <a:off x="4704080" y="-6153274"/>
            <a:ext cx="2783841" cy="68580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4A9B8DF-F21D-46C7-B189-108A051051F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15" r="34253"/>
          <a:stretch/>
        </p:blipFill>
        <p:spPr>
          <a:xfrm>
            <a:off x="7650480" y="-6153274"/>
            <a:ext cx="2783840" cy="68580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F759A39-EF10-4852-B45F-55C08739840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67" r="34500"/>
          <a:stretch/>
        </p:blipFill>
        <p:spPr>
          <a:xfrm>
            <a:off x="1737360" y="-6153274"/>
            <a:ext cx="2783840" cy="68580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4E5D43C-C1DD-46F5-AE52-AF2093B7C0CE}"/>
              </a:ext>
            </a:extLst>
          </p:cNvPr>
          <p:cNvSpPr txBox="1"/>
          <p:nvPr/>
        </p:nvSpPr>
        <p:spPr>
          <a:xfrm>
            <a:off x="3040101" y="232585"/>
            <a:ext cx="615244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b="1" dirty="0">
                <a:latin typeface="Poppins" panose="00000500000000000000" pitchFamily="2" charset="0"/>
                <a:cs typeface="Poppins" panose="00000500000000000000" pitchFamily="2" charset="0"/>
              </a:rPr>
              <a:t>Future Work</a:t>
            </a:r>
          </a:p>
          <a:p>
            <a:pPr algn="ctr"/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(In Progress)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65032E7-2918-4720-9B25-DFFCBE6EF7F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9" t="11395" r="19899" b="36969"/>
          <a:stretch/>
        </p:blipFill>
        <p:spPr>
          <a:xfrm>
            <a:off x="1283142" y="1217470"/>
            <a:ext cx="9625716" cy="550401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4BA544B-2739-4487-AC32-3957E638A9BD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02" t="11394" r="20612" b="37212"/>
          <a:stretch/>
        </p:blipFill>
        <p:spPr>
          <a:xfrm>
            <a:off x="1392076" y="6833205"/>
            <a:ext cx="9395148" cy="5494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0178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D79C61F-0E9D-B426-F07E-67C71CF5A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C26720F-0A21-4043-858D-091E96693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4E5D43C-C1DD-46F5-AE52-AF2093B7C0CE}"/>
              </a:ext>
            </a:extLst>
          </p:cNvPr>
          <p:cNvSpPr txBox="1"/>
          <p:nvPr/>
        </p:nvSpPr>
        <p:spPr>
          <a:xfrm>
            <a:off x="3040101" y="232585"/>
            <a:ext cx="6152440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b="1" dirty="0">
                <a:latin typeface="Poppins" panose="00000500000000000000" pitchFamily="2" charset="0"/>
                <a:cs typeface="Poppins" panose="00000500000000000000" pitchFamily="2" charset="0"/>
              </a:rPr>
              <a:t>Future Work</a:t>
            </a:r>
          </a:p>
          <a:p>
            <a:pPr algn="ctr"/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(In Progress)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57A1A7-2B91-4711-A5BA-12865494C70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02" t="11394" r="20612" b="37212"/>
          <a:stretch/>
        </p:blipFill>
        <p:spPr>
          <a:xfrm>
            <a:off x="1392076" y="1235045"/>
            <a:ext cx="9395148" cy="54945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5BC02A3-E21F-4B73-B126-DA28E16656C5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99" t="11395" r="19899" b="36969"/>
          <a:stretch/>
        </p:blipFill>
        <p:spPr>
          <a:xfrm>
            <a:off x="1283142" y="-5731970"/>
            <a:ext cx="9625716" cy="5504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084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8B70DA53-DC3D-69A8-26F1-97EA79E97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AD3B26F1-7FFC-49FB-AA9A-B2423C8281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B2E017-05B8-45FE-BD72-E9725A204233}"/>
              </a:ext>
            </a:extLst>
          </p:cNvPr>
          <p:cNvSpPr txBox="1"/>
          <p:nvPr/>
        </p:nvSpPr>
        <p:spPr>
          <a:xfrm>
            <a:off x="1244273" y="2534892"/>
            <a:ext cx="7050641" cy="378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333" b="1" dirty="0">
                <a:latin typeface="Poppins" panose="00000500000000000000" pitchFamily="2" charset="0"/>
                <a:cs typeface="Poppins" panose="00000500000000000000" pitchFamily="2" charset="0"/>
              </a:rPr>
              <a:t>08</a:t>
            </a:r>
          </a:p>
          <a:p>
            <a:r>
              <a:rPr lang="en-US" sz="5333" dirty="0">
                <a:latin typeface="Poppins" panose="00000500000000000000" pitchFamily="2" charset="0"/>
                <a:cs typeface="Poppins" panose="00000500000000000000" pitchFamily="2" charset="0"/>
              </a:rPr>
              <a:t>Competitions</a:t>
            </a:r>
          </a:p>
          <a:p>
            <a:endParaRPr lang="en-US" sz="9333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280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D79C61F-0E9D-B426-F07E-67C71CF5A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C26720F-0A21-4043-858D-091E96693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9BCEDA-FACA-4DBE-A5F9-6D1AED7CB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647" y="1976202"/>
            <a:ext cx="4052880" cy="50661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92EB266-5CA3-42A9-B267-2C198ADEFCF5}"/>
              </a:ext>
            </a:extLst>
          </p:cNvPr>
          <p:cNvSpPr txBox="1"/>
          <p:nvPr/>
        </p:nvSpPr>
        <p:spPr>
          <a:xfrm>
            <a:off x="2371651" y="3316814"/>
            <a:ext cx="1296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Prefinals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493DD5-0154-4F27-9015-08BA528BD883}"/>
              </a:ext>
            </a:extLst>
          </p:cNvPr>
          <p:cNvSpPr txBox="1"/>
          <p:nvPr/>
        </p:nvSpPr>
        <p:spPr>
          <a:xfrm>
            <a:off x="3019777" y="368697"/>
            <a:ext cx="615244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800" b="1" dirty="0">
                <a:latin typeface="Poppins" panose="00000500000000000000" pitchFamily="2" charset="0"/>
                <a:cs typeface="Poppins" panose="00000500000000000000" pitchFamily="2" charset="0"/>
              </a:rPr>
              <a:t>Competitions</a:t>
            </a:r>
          </a:p>
        </p:txBody>
      </p:sp>
      <p:sp>
        <p:nvSpPr>
          <p:cNvPr id="18" name="AutoShape 4" descr="ISEIC 2024">
            <a:extLst>
              <a:ext uri="{FF2B5EF4-FFF2-40B4-BE49-F238E27FC236}">
                <a16:creationId xmlns:a16="http://schemas.microsoft.com/office/drawing/2014/main" id="{318E66F3-DA92-4BD8-A6B5-F5CB3E255F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1615378" y="4334142"/>
            <a:ext cx="110295" cy="110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32C9C9B-5E60-460D-B231-64A76A9BA6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6096" y="4426432"/>
            <a:ext cx="2773204" cy="1475345"/>
          </a:xfrm>
          <a:prstGeom prst="rect">
            <a:avLst/>
          </a:prstGeom>
        </p:spPr>
      </p:pic>
      <p:pic>
        <p:nvPicPr>
          <p:cNvPr id="2054" name="Picture 6" descr="ISEIC 2024">
            <a:extLst>
              <a:ext uri="{FF2B5EF4-FFF2-40B4-BE49-F238E27FC236}">
                <a16:creationId xmlns:a16="http://schemas.microsoft.com/office/drawing/2014/main" id="{49EBDB22-6541-48E9-9D1B-7A13DDE3EE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6672" y="1221340"/>
            <a:ext cx="1878466" cy="2016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B8E5941-1DB2-4F13-A713-5EDDDCE63015}"/>
              </a:ext>
            </a:extLst>
          </p:cNvPr>
          <p:cNvSpPr txBox="1"/>
          <p:nvPr/>
        </p:nvSpPr>
        <p:spPr>
          <a:xfrm>
            <a:off x="8747779" y="3316814"/>
            <a:ext cx="1296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Prefinals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9B09AC0-D7FF-49EA-BF50-D44D5C330B75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607"/>
          <a:stretch/>
        </p:blipFill>
        <p:spPr>
          <a:xfrm>
            <a:off x="7095615" y="4656508"/>
            <a:ext cx="1210560" cy="124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2546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2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2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22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42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2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2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22" grpId="0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D79C61F-0E9D-B426-F07E-67C71CF5A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C26720F-0A21-4043-858D-091E96693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8FBDCE-7C73-4802-B305-21B0B9F43C5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3" t="14616" r="616" b="7435"/>
          <a:stretch/>
        </p:blipFill>
        <p:spPr>
          <a:xfrm>
            <a:off x="3062654" y="7069012"/>
            <a:ext cx="6066692" cy="53457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DD4F63-1B08-48B8-9EAE-9FD6947A5BFA}"/>
              </a:ext>
            </a:extLst>
          </p:cNvPr>
          <p:cNvSpPr txBox="1"/>
          <p:nvPr/>
        </p:nvSpPr>
        <p:spPr>
          <a:xfrm>
            <a:off x="1244273" y="2534892"/>
            <a:ext cx="7050641" cy="378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333" b="1" dirty="0">
                <a:latin typeface="Poppins" panose="00000500000000000000" pitchFamily="2" charset="0"/>
                <a:cs typeface="Poppins" panose="00000500000000000000" pitchFamily="2" charset="0"/>
              </a:rPr>
              <a:t>09</a:t>
            </a:r>
          </a:p>
          <a:p>
            <a:r>
              <a:rPr lang="en-US" sz="5333" dirty="0">
                <a:latin typeface="Poppins" panose="00000500000000000000" pitchFamily="2" charset="0"/>
                <a:cs typeface="Poppins" panose="00000500000000000000" pitchFamily="2" charset="0"/>
              </a:rPr>
              <a:t>Timeline</a:t>
            </a:r>
          </a:p>
          <a:p>
            <a:endParaRPr lang="en-US" sz="9333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52260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D79C61F-0E9D-B426-F07E-67C71CF5A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C26720F-0A21-4043-858D-091E96693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84B23DA-D582-46E5-9AA2-AA31FE88E48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33" t="14616" r="616" b="7435"/>
          <a:stretch/>
        </p:blipFill>
        <p:spPr>
          <a:xfrm>
            <a:off x="3062654" y="1143000"/>
            <a:ext cx="6066692" cy="53457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8DC4F5-8C33-4C93-A36B-76DB0992FFE7}"/>
              </a:ext>
            </a:extLst>
          </p:cNvPr>
          <p:cNvSpPr txBox="1"/>
          <p:nvPr/>
        </p:nvSpPr>
        <p:spPr>
          <a:xfrm>
            <a:off x="3019780" y="395652"/>
            <a:ext cx="615244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>
                <a:latin typeface="Poppins" panose="00000500000000000000" pitchFamily="2" charset="0"/>
                <a:cs typeface="Poppins" panose="00000500000000000000" pitchFamily="2" charset="0"/>
              </a:rPr>
              <a:t>Timeline</a:t>
            </a:r>
          </a:p>
        </p:txBody>
      </p:sp>
    </p:spTree>
    <p:extLst>
      <p:ext uri="{BB962C8B-B14F-4D97-AF65-F5344CB8AC3E}">
        <p14:creationId xmlns:p14="http://schemas.microsoft.com/office/powerpoint/2010/main" val="3323517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D79C61F-0E9D-B426-F07E-67C71CF5A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C26720F-0A21-4043-858D-091E96693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6BB39F-0124-42C8-A1B2-F865D0BEB6E9}"/>
              </a:ext>
            </a:extLst>
          </p:cNvPr>
          <p:cNvSpPr txBox="1"/>
          <p:nvPr/>
        </p:nvSpPr>
        <p:spPr>
          <a:xfrm>
            <a:off x="3019777" y="3008373"/>
            <a:ext cx="6152440" cy="810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67" b="1" dirty="0">
                <a:latin typeface="Poppins" panose="00000500000000000000" pitchFamily="2" charset="0"/>
                <a:cs typeface="Poppins" panose="00000500000000000000" pitchFamily="2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4788967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D067945B-C17D-185E-9894-3FE2A5A40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20A14DF6-E069-473D-AA33-C9C1B8D4F7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C18A44E-94AE-47C7-2888-5C526A9A6D8A}"/>
              </a:ext>
            </a:extLst>
          </p:cNvPr>
          <p:cNvSpPr txBox="1"/>
          <p:nvPr/>
        </p:nvSpPr>
        <p:spPr>
          <a:xfrm>
            <a:off x="1397000" y="3840626"/>
            <a:ext cx="9398000" cy="1077218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3733" dirty="0">
                <a:latin typeface="+mj-lt"/>
                <a:cs typeface="18 Khebrat Musamim" pitchFamily="2" charset="0"/>
              </a:rPr>
              <a:t>“</a:t>
            </a:r>
            <a:r>
              <a:rPr lang="en-US" sz="2667" dirty="0">
                <a:latin typeface="Poppins" panose="00000500000000000000" pitchFamily="2" charset="0"/>
                <a:cs typeface="Poppins" panose="00000500000000000000" pitchFamily="2" charset="0"/>
              </a:rPr>
              <a:t>Remember that every skin problem have a solution , </a:t>
            </a:r>
            <a:r>
              <a:rPr lang="en-US" sz="2667" b="1" dirty="0">
                <a:latin typeface="Poppins" panose="00000500000000000000" pitchFamily="2" charset="0"/>
                <a:cs typeface="Poppins" panose="00000500000000000000" pitchFamily="2" charset="0"/>
              </a:rPr>
              <a:t>you only need to choose the right one</a:t>
            </a:r>
            <a:r>
              <a:rPr lang="en-US" sz="2667" dirty="0">
                <a:cs typeface="Poppins" panose="00000500000000000000" pitchFamily="2" charset="0"/>
              </a:rPr>
              <a:t>.</a:t>
            </a:r>
            <a:r>
              <a:rPr lang="en-US" sz="2667" dirty="0">
                <a:cs typeface="18 Khebrat Musamim" pitchFamily="2" charset="0"/>
              </a:rPr>
              <a:t>”</a:t>
            </a:r>
            <a:endParaRPr lang="ar-KW" sz="2667" dirty="0">
              <a:cs typeface="18 Khebrat Musamim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0FF65D4-2F2F-2492-302A-598874DDBB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69550" y="1170075"/>
            <a:ext cx="1266261" cy="2303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5671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6D79C61F-0E9D-B426-F07E-67C71CF5A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3C26720F-0A21-4043-858D-091E96693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C3F70E-AEF0-43D8-BA64-5ABB3B34F9FC}"/>
              </a:ext>
            </a:extLst>
          </p:cNvPr>
          <p:cNvSpPr txBox="1"/>
          <p:nvPr/>
        </p:nvSpPr>
        <p:spPr>
          <a:xfrm>
            <a:off x="1244273" y="2534893"/>
            <a:ext cx="6546665" cy="378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333" b="1" dirty="0">
                <a:latin typeface="Poppins" panose="00000500000000000000" pitchFamily="2" charset="0"/>
                <a:cs typeface="Poppins" panose="00000500000000000000" pitchFamily="2" charset="0"/>
              </a:rPr>
              <a:t>10</a:t>
            </a:r>
          </a:p>
          <a:p>
            <a:r>
              <a:rPr lang="en-US" sz="5333" dirty="0">
                <a:latin typeface="Poppins" panose="00000500000000000000" pitchFamily="2" charset="0"/>
                <a:cs typeface="Poppins" panose="00000500000000000000" pitchFamily="2" charset="0"/>
              </a:rPr>
              <a:t>Team Members</a:t>
            </a:r>
          </a:p>
          <a:p>
            <a:endParaRPr lang="en-US" sz="9333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929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FD36AF93-0699-8DFF-F1A3-83565708C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D99948D8-FC87-4E31-9DFA-34709F668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98FD9B4-312B-8ACE-D7DD-26E02986041F}"/>
              </a:ext>
            </a:extLst>
          </p:cNvPr>
          <p:cNvSpPr txBox="1"/>
          <p:nvPr/>
        </p:nvSpPr>
        <p:spPr>
          <a:xfrm>
            <a:off x="3302016" y="441011"/>
            <a:ext cx="6042507" cy="810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67" b="1" dirty="0">
                <a:latin typeface="Poppins" panose="00000500000000000000" pitchFamily="2" charset="0"/>
                <a:cs typeface="Poppins" panose="00000500000000000000" pitchFamily="2" charset="0"/>
              </a:rPr>
              <a:t>Team members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E380CF-4C35-4F9F-A45E-C0C5AF4537EB}"/>
              </a:ext>
            </a:extLst>
          </p:cNvPr>
          <p:cNvSpPr txBox="1"/>
          <p:nvPr/>
        </p:nvSpPr>
        <p:spPr>
          <a:xfrm>
            <a:off x="7686565" y="5513405"/>
            <a:ext cx="301612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Poppins" panose="00000500000000000000" pitchFamily="2" charset="0"/>
                <a:cs typeface="Poppins" panose="00000500000000000000" pitchFamily="2" charset="0"/>
              </a:rPr>
              <a:t>Shrouk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Ehab</a:t>
            </a:r>
          </a:p>
          <a:p>
            <a:pPr algn="ctr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Artificial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Intillegence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6A4F279-65BB-416B-A8D1-5891796487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6513" y="5389827"/>
            <a:ext cx="861122" cy="86112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5410D64-00CF-4E46-A582-2C4F30B36EAD}"/>
              </a:ext>
            </a:extLst>
          </p:cNvPr>
          <p:cNvSpPr txBox="1"/>
          <p:nvPr/>
        </p:nvSpPr>
        <p:spPr>
          <a:xfrm>
            <a:off x="7686565" y="2487873"/>
            <a:ext cx="301612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Poppins" panose="00000500000000000000" pitchFamily="2" charset="0"/>
                <a:cs typeface="Poppins" panose="00000500000000000000" pitchFamily="2" charset="0"/>
              </a:rPr>
              <a:t>Menna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000" dirty="0" err="1">
                <a:latin typeface="Poppins" panose="00000500000000000000" pitchFamily="2" charset="0"/>
                <a:cs typeface="Poppins" panose="00000500000000000000" pitchFamily="2" charset="0"/>
              </a:rPr>
              <a:t>Sameh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Frontend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9096723-EE06-40CC-BFD1-1A2BDFBC878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670" y="2366701"/>
            <a:ext cx="857896" cy="85789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D3E171-6941-44C4-9F0D-0F50EA786AD0}"/>
              </a:ext>
            </a:extLst>
          </p:cNvPr>
          <p:cNvSpPr txBox="1"/>
          <p:nvPr/>
        </p:nvSpPr>
        <p:spPr>
          <a:xfrm>
            <a:off x="2350388" y="3509249"/>
            <a:ext cx="247398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Poppins" panose="00000500000000000000" pitchFamily="2" charset="0"/>
                <a:cs typeface="Poppins" panose="00000500000000000000" pitchFamily="2" charset="0"/>
              </a:rPr>
              <a:t>Abdullh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Gaber</a:t>
            </a:r>
          </a:p>
          <a:p>
            <a:pPr algn="ctr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Android - Backend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89D9CB-7534-4060-BCC2-43FEE0698E1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310" y="3371244"/>
            <a:ext cx="861078" cy="86107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9D00B30-A110-4403-BB61-8D8F2AD0C020}"/>
              </a:ext>
            </a:extLst>
          </p:cNvPr>
          <p:cNvSpPr txBox="1"/>
          <p:nvPr/>
        </p:nvSpPr>
        <p:spPr>
          <a:xfrm>
            <a:off x="7686565" y="4501766"/>
            <a:ext cx="301612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Poppins" panose="00000500000000000000" pitchFamily="2" charset="0"/>
                <a:cs typeface="Poppins" panose="00000500000000000000" pitchFamily="2" charset="0"/>
              </a:rPr>
              <a:t>Rahma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Ehab</a:t>
            </a:r>
          </a:p>
          <a:p>
            <a:pPr algn="ctr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Artificial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Intillegence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6D19292-5BA7-467A-9E23-16F670BA85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3670" y="4376535"/>
            <a:ext cx="859536" cy="8595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A88C6B-B902-46D5-95E7-5CA8C862D393}"/>
              </a:ext>
            </a:extLst>
          </p:cNvPr>
          <p:cNvSpPr txBox="1"/>
          <p:nvPr/>
        </p:nvSpPr>
        <p:spPr>
          <a:xfrm>
            <a:off x="2350388" y="4509388"/>
            <a:ext cx="247398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Basmala Rafat</a:t>
            </a:r>
          </a:p>
          <a:p>
            <a:pPr algn="ctr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UI/UX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DCB431B-FD02-4760-9167-C30848C0BD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310" y="4376535"/>
            <a:ext cx="859536" cy="85953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DA4B6B4-4265-40E7-9DC5-84E2E04853E2}"/>
              </a:ext>
            </a:extLst>
          </p:cNvPr>
          <p:cNvSpPr txBox="1"/>
          <p:nvPr/>
        </p:nvSpPr>
        <p:spPr>
          <a:xfrm>
            <a:off x="2350388" y="5512612"/>
            <a:ext cx="247398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Rana Reda</a:t>
            </a:r>
          </a:p>
          <a:p>
            <a:pPr algn="ctr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UI/UX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00779E8-1B35-4F62-AB4A-7ECA8507F3C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310" y="5390620"/>
            <a:ext cx="859536" cy="85953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89FD516-5A30-4B34-8468-6B3AD873D005}"/>
              </a:ext>
            </a:extLst>
          </p:cNvPr>
          <p:cNvSpPr txBox="1"/>
          <p:nvPr/>
        </p:nvSpPr>
        <p:spPr>
          <a:xfrm>
            <a:off x="7686565" y="1471368"/>
            <a:ext cx="301612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Basma Yasser</a:t>
            </a:r>
          </a:p>
          <a:p>
            <a:pPr algn="ctr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Frontend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EBC7B52-8988-4B2B-9364-F3BC5BEA456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099" y="1352616"/>
            <a:ext cx="859536" cy="8595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C6099D-9B7C-4929-918E-63B097D683CE}"/>
              </a:ext>
            </a:extLst>
          </p:cNvPr>
          <p:cNvSpPr txBox="1"/>
          <p:nvPr/>
        </p:nvSpPr>
        <p:spPr>
          <a:xfrm>
            <a:off x="2350388" y="1471368"/>
            <a:ext cx="247398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Poppins" panose="00000500000000000000" pitchFamily="2" charset="0"/>
                <a:cs typeface="Poppins" panose="00000500000000000000" pitchFamily="2" charset="0"/>
              </a:rPr>
              <a:t>ElAmir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Mansour</a:t>
            </a:r>
          </a:p>
          <a:p>
            <a:pPr algn="ctr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Project Manager - BA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98AD5869-C3ED-4394-AC27-927C9134ADA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310" y="1352616"/>
            <a:ext cx="859536" cy="8595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A41F33-1A03-40B0-81C9-FEBC2DFAE774}"/>
              </a:ext>
            </a:extLst>
          </p:cNvPr>
          <p:cNvSpPr txBox="1"/>
          <p:nvPr/>
        </p:nvSpPr>
        <p:spPr>
          <a:xfrm>
            <a:off x="2350388" y="2487873"/>
            <a:ext cx="247398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Poppins" panose="00000500000000000000" pitchFamily="2" charset="0"/>
                <a:cs typeface="Poppins" panose="00000500000000000000" pitchFamily="2" charset="0"/>
              </a:rPr>
              <a:t>Roaa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Osama</a:t>
            </a:r>
          </a:p>
          <a:p>
            <a:pPr algn="ctr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Backend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28B0D5-5AB3-43D9-AE14-7F5E3998FA2D}"/>
              </a:ext>
            </a:extLst>
          </p:cNvPr>
          <p:cNvSpPr txBox="1"/>
          <p:nvPr/>
        </p:nvSpPr>
        <p:spPr>
          <a:xfrm>
            <a:off x="7686565" y="3496989"/>
            <a:ext cx="3016126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>
                <a:latin typeface="Poppins" panose="00000500000000000000" pitchFamily="2" charset="0"/>
                <a:cs typeface="Poppins" panose="00000500000000000000" pitchFamily="2" charset="0"/>
              </a:rPr>
              <a:t>Roa’a</a:t>
            </a:r>
            <a:r>
              <a:rPr lang="en-US" sz="20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sz="2000" dirty="0" err="1">
                <a:latin typeface="Poppins" panose="00000500000000000000" pitchFamily="2" charset="0"/>
                <a:cs typeface="Poppins" panose="00000500000000000000" pitchFamily="2" charset="0"/>
              </a:rPr>
              <a:t>Badawy</a:t>
            </a:r>
            <a:endParaRPr lang="en-US" sz="20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algn="ctr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Artificial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Intillegence</a:t>
            </a:r>
            <a:endParaRPr lang="en-US" sz="1400" dirty="0">
              <a:solidFill>
                <a:schemeClr val="bg2">
                  <a:lumMod val="50000"/>
                </a:schemeClr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18958F42-03B4-4C59-BA8F-E52F02FBB2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1958" y="3390303"/>
            <a:ext cx="822960" cy="82296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2C46EF20-BA26-4C96-832A-AF5DABA25F3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5417" y="2357159"/>
            <a:ext cx="859536" cy="85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446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867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152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415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693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37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427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2698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073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3313"/>
                            </p:stCondLst>
                            <p:childTnLst>
                              <p:par>
                                <p:cTn id="7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/>
      <p:bldP spid="14" grpId="0"/>
      <p:bldP spid="10" grpId="0"/>
      <p:bldP spid="16" grpId="0"/>
      <p:bldP spid="11" grpId="0"/>
      <p:bldP spid="12" grpId="0"/>
      <p:bldP spid="13" grpId="0"/>
      <p:bldP spid="6" grpId="0"/>
      <p:bldP spid="9" grpId="0"/>
      <p:bldP spid="15" grpId="0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25C3E25C-CBB9-0200-D888-46AA75198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BA591442-6FA0-4538-860C-4D2C9CFB4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24CD05-D52B-4B85-9BC8-9888100F9D80}"/>
              </a:ext>
            </a:extLst>
          </p:cNvPr>
          <p:cNvSpPr txBox="1"/>
          <p:nvPr/>
        </p:nvSpPr>
        <p:spPr>
          <a:xfrm>
            <a:off x="3302016" y="441011"/>
            <a:ext cx="6042507" cy="810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667" b="1" dirty="0">
                <a:latin typeface="Poppins" panose="00000500000000000000" pitchFamily="2" charset="0"/>
                <a:cs typeface="Poppins" panose="00000500000000000000" pitchFamily="2" charset="0"/>
              </a:rPr>
              <a:t>References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5E2BF-9344-4F27-86A2-9608D162E22F}"/>
              </a:ext>
            </a:extLst>
          </p:cNvPr>
          <p:cNvSpPr/>
          <p:nvPr/>
        </p:nvSpPr>
        <p:spPr>
          <a:xfrm>
            <a:off x="566054" y="2002801"/>
            <a:ext cx="53110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1-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  <a:hlinkClick r:id="rId4"/>
              </a:rPr>
              <a:t>https://doi.org/10.33395/sinkron.v8i4.12831 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B39071-C56F-45F6-83EC-37488E34A531}"/>
              </a:ext>
            </a:extLst>
          </p:cNvPr>
          <p:cNvSpPr/>
          <p:nvPr/>
        </p:nvSpPr>
        <p:spPr>
          <a:xfrm>
            <a:off x="566054" y="2551586"/>
            <a:ext cx="53014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2-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  <a:hlinkClick r:id="rId5"/>
              </a:rPr>
              <a:t>https://doi.org/10.3390/electronics11010143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A1F09FB-F5AB-4017-99AE-9CF9CD5D6D69}"/>
              </a:ext>
            </a:extLst>
          </p:cNvPr>
          <p:cNvSpPr/>
          <p:nvPr/>
        </p:nvSpPr>
        <p:spPr>
          <a:xfrm>
            <a:off x="566054" y="3100371"/>
            <a:ext cx="53735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3-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  <a:hlinkClick r:id="rId6"/>
              </a:rPr>
              <a:t>https://doi.org/10.1016/j.heliyon.2023.e21176</a:t>
            </a:r>
            <a:endParaRPr lang="en-US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DF40F7-E02D-474A-9B38-3BC8D1092F46}"/>
              </a:ext>
            </a:extLst>
          </p:cNvPr>
          <p:cNvSpPr/>
          <p:nvPr/>
        </p:nvSpPr>
        <p:spPr>
          <a:xfrm>
            <a:off x="566054" y="3649156"/>
            <a:ext cx="100206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4-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(PDF) A MODEL FOR CLASSIFICATION OF SKIN LESIONS USING IMAGE  </a:t>
            </a:r>
          </a:p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PROCESSING TECHNIQUES AND NEURAL NETWOR (researchgate.net)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1EC3816-78D9-4C7C-853E-200436FC3127}"/>
              </a:ext>
            </a:extLst>
          </p:cNvPr>
          <p:cNvSpPr/>
          <p:nvPr/>
        </p:nvSpPr>
        <p:spPr>
          <a:xfrm>
            <a:off x="566054" y="4474940"/>
            <a:ext cx="1002069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latin typeface="Poppins" panose="00000500000000000000" pitchFamily="2" charset="0"/>
                <a:cs typeface="Poppins" panose="00000500000000000000" pitchFamily="2" charset="0"/>
              </a:rPr>
              <a:t>5-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Table 2 | Skin Disease Classification and Detection by Deep Learning and Machine  </a:t>
            </a:r>
          </a:p>
          <a:p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Learning Approaches | SpringerLink</a:t>
            </a:r>
          </a:p>
        </p:txBody>
      </p:sp>
    </p:spTree>
    <p:extLst>
      <p:ext uri="{BB962C8B-B14F-4D97-AF65-F5344CB8AC3E}">
        <p14:creationId xmlns:p14="http://schemas.microsoft.com/office/powerpoint/2010/main" val="749549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>
          <a:extLst>
            <a:ext uri="{FF2B5EF4-FFF2-40B4-BE49-F238E27FC236}">
              <a16:creationId xmlns:a16="http://schemas.microsoft.com/office/drawing/2014/main" id="{25C3E25C-CBB9-0200-D888-46AA75198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ttps://file.isheji.com/isheji-h5-c/images/5847/1169525/20230828100616866074.png">
            <a:extLst>
              <a:ext uri="{FF2B5EF4-FFF2-40B4-BE49-F238E27FC236}">
                <a16:creationId xmlns:a16="http://schemas.microsoft.com/office/drawing/2014/main" id="{BA591442-6FA0-4538-860C-4D2C9CFB4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1" y="0"/>
            <a:ext cx="12179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25909A3-AED1-FC76-3874-8194DABD76E3}"/>
              </a:ext>
            </a:extLst>
          </p:cNvPr>
          <p:cNvSpPr txBox="1"/>
          <p:nvPr/>
        </p:nvSpPr>
        <p:spPr>
          <a:xfrm>
            <a:off x="2344420" y="2636467"/>
            <a:ext cx="7503160" cy="1528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333" b="1" dirty="0">
                <a:latin typeface="Poppins" panose="00000500000000000000" pitchFamily="2" charset="0"/>
                <a:cs typeface="Poppins" panose="00000500000000000000" pitchFamily="2" charset="0"/>
              </a:rPr>
              <a:t>Thank You!</a:t>
            </a:r>
            <a:endParaRPr lang="en-US" sz="9333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746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9628</TotalTime>
  <Words>1001</Words>
  <Application>Microsoft Office PowerPoint</Application>
  <PresentationFormat>Widescreen</PresentationFormat>
  <Paragraphs>346</Paragraphs>
  <Slides>89</Slides>
  <Notes>89</Notes>
  <HiddenSlides>0</HiddenSlides>
  <MMClips>9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89</vt:i4>
      </vt:variant>
    </vt:vector>
  </HeadingPairs>
  <TitlesOfParts>
    <vt:vector size="100" baseType="lpstr">
      <vt:lpstr>18 Khebrat Musamim</vt:lpstr>
      <vt:lpstr>adonis-web</vt:lpstr>
      <vt:lpstr>Arial</vt:lpstr>
      <vt:lpstr>Arial Rounded MT Bold</vt:lpstr>
      <vt:lpstr>Calibri</vt:lpstr>
      <vt:lpstr>Calibri Light</vt:lpstr>
      <vt:lpstr>Fira Sans Extra Condensed Medium</vt:lpstr>
      <vt:lpstr>Nunito</vt:lpstr>
      <vt:lpstr>Poppins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CRIZMA MEGA STORE</dc:creator>
  <cp:lastModifiedBy>CRIZMA MEGA STORE</cp:lastModifiedBy>
  <cp:revision>317</cp:revision>
  <dcterms:created xsi:type="dcterms:W3CDTF">2024-02-14T00:34:25Z</dcterms:created>
  <dcterms:modified xsi:type="dcterms:W3CDTF">2024-07-01T16:01:32Z</dcterms:modified>
</cp:coreProperties>
</file>